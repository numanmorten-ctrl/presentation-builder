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6" r:id="rId4"/>
  </p:sldMasterIdLst>
  <p:notesMasterIdLst>
    <p:notesMasterId r:id="rId10"/>
  </p:notesMasterIdLst>
  <p:handoutMasterIdLst>
    <p:handoutMasterId r:id="rId11"/>
  </p:handoutMasterIdLst>
  <p:sldIdLst>
    <p:sldId id="360" r:id="rId5"/>
    <p:sldId id="361" r:id="rId6"/>
    <p:sldId id="362" r:id="rId7"/>
    <p:sldId id="297" r:id="rId8"/>
    <p:sldId id="321" r:id="rId9"/>
  </p:sldIdLst>
  <p:sldSz cx="12192000" cy="6858000"/>
  <p:notesSz cx="7023100" cy="9309100"/>
  <p:embeddedFontLst>
    <p:embeddedFont>
      <p:font typeface="Arial Narrow" panose="020B0606020202030204" pitchFamily="34" charset="0"/>
      <p:regular r:id="rId12"/>
      <p:bold r:id="rId13"/>
      <p:italic r:id="rId14"/>
      <p:boldItalic r:id="rId15"/>
    </p:embeddedFont>
    <p:embeddedFont>
      <p:font typeface="Knauf Office" pitchFamily="2" charset="0"/>
      <p:regular r:id="rId16"/>
      <p:bold r:id="rId17"/>
      <p:italic r:id="rId18"/>
      <p:boldItalic r:id="rId19"/>
    </p:embeddedFont>
    <p:embeddedFont>
      <p:font typeface="Knauf Office Head" pitchFamily="2" charset="0"/>
      <p:regular r:id="rId20"/>
      <p:bold r:id="rId21"/>
    </p:embeddedFont>
  </p:embeddedFontLst>
  <p:custDataLst>
    <p:tags r:id="rId22"/>
  </p:custDataLst>
  <p:defaultTextStyle>
    <a:defPPr>
      <a:defRPr lang="de-DE"/>
    </a:defPPr>
    <a:lvl1pPr marL="0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1pPr>
    <a:lvl2pPr marL="608853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2pPr>
    <a:lvl3pPr marL="1217706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3pPr>
    <a:lvl4pPr marL="1826560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4pPr>
    <a:lvl5pPr marL="2435413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5pPr>
    <a:lvl6pPr marL="3044266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1217706" rtl="0" eaLnBrk="1" latinLnBrk="0" hangingPunct="1">
      <a:defRPr sz="23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08C135-CB88-BE5A-4F0F-73248D5F6D63}" name="Götz, Leonie" initials="LG" userId="S::GoetzL@knauf.com::f60c7c64-2240-4b13-8b62-cafd23d10c18" providerId="AD"/>
  <p188:author id="{7ED98384-1799-9312-BD52-A6CFF5734554}" name="Hellner, Linda" initials="HL" userId="S::HellnerL@knauf.com::83166837-a89e-4600-a77f-cb5409cce2c9" providerId="AD"/>
  <p188:author id="{0A79938C-1A30-D671-3DD9-26643CE9283A}" name="Rosken, Sabrina" initials="RS" userId="S::RoskenS@knauf.com::b8a27883-6e08-4a47-917a-56ef51d5cb90" providerId="AD"/>
  <p188:author id="{C9681396-B489-13F4-D74E-D106948B5B80}" name="Götz, Leonie" initials="GL" userId="S::goetzl@knauf.com::f60c7c64-2240-4b13-8b62-cafd23d10c18" providerId="AD"/>
  <p188:author id="{1ED4C6CA-AF3A-D14E-4E86-2E717F43E956}" name="Louis Cotroneo (Peter Schmidt Group)" initials="" userId="S::louis.cotroneo@peter-schmidt-group.de::7dbf2c1f-d787-47ba-b835-07655cf2947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neeweiß, Heike" initials="SH" lastIdx="1" clrIdx="0">
    <p:extLst>
      <p:ext uri="{19B8F6BF-5375-455C-9EA6-DF929625EA0E}">
        <p15:presenceInfo xmlns:p15="http://schemas.microsoft.com/office/powerpoint/2012/main" userId="S-1-5-21-2020726620-2010524284-1853191987-31609" providerId="AD"/>
      </p:ext>
    </p:extLst>
  </p:cmAuthor>
  <p:cmAuthor id="2" name="Hellner, Linda" initials="HL" lastIdx="43" clrIdx="1">
    <p:extLst>
      <p:ext uri="{19B8F6BF-5375-455C-9EA6-DF929625EA0E}">
        <p15:presenceInfo xmlns:p15="http://schemas.microsoft.com/office/powerpoint/2012/main" userId="S-1-5-21-4212116660-2784103530-91559746-146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E6"/>
    <a:srgbClr val="CFD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E43B4-F1C8-B24A-9993-E3121B6CB704}" v="1" dt="2024-11-13T08:41:47.07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94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55" d="100"/>
        <a:sy n="5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40FAD7-0404-413B-B531-049C6DE68D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4" cy="467752"/>
          </a:xfrm>
          <a:prstGeom prst="rect">
            <a:avLst/>
          </a:prstGeom>
        </p:spPr>
        <p:txBody>
          <a:bodyPr vert="horz" lIns="104479" tIns="52240" rIns="104479" bIns="52240" rtlCol="0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AA39B-1187-4C32-8E6F-BE6F3E7145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8537" y="1"/>
            <a:ext cx="3043344" cy="467752"/>
          </a:xfrm>
          <a:prstGeom prst="rect">
            <a:avLst/>
          </a:prstGeom>
        </p:spPr>
        <p:txBody>
          <a:bodyPr vert="horz" lIns="104479" tIns="52240" rIns="104479" bIns="52240" rtlCol="0"/>
          <a:lstStyle>
            <a:lvl1pPr algn="r">
              <a:defRPr sz="1400"/>
            </a:lvl1pPr>
          </a:lstStyle>
          <a:p>
            <a:fld id="{DA787DE7-C466-4340-A489-5E18160C600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508E2-6058-4EC7-A6C2-DE10E1EE68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1350"/>
            <a:ext cx="3043344" cy="467750"/>
          </a:xfrm>
          <a:prstGeom prst="rect">
            <a:avLst/>
          </a:prstGeom>
        </p:spPr>
        <p:txBody>
          <a:bodyPr vert="horz" lIns="104479" tIns="52240" rIns="104479" bIns="52240" rtlCol="0" anchor="b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95502-BC91-4C06-B1CF-9D3D90BC60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8537" y="8841350"/>
            <a:ext cx="3043344" cy="467750"/>
          </a:xfrm>
          <a:prstGeom prst="rect">
            <a:avLst/>
          </a:prstGeom>
        </p:spPr>
        <p:txBody>
          <a:bodyPr vert="horz" lIns="104479" tIns="52240" rIns="104479" bIns="52240" rtlCol="0" anchor="b"/>
          <a:lstStyle>
            <a:lvl1pPr algn="r">
              <a:defRPr sz="1400"/>
            </a:lvl1pPr>
          </a:lstStyle>
          <a:p>
            <a:fld id="{88F0181C-A3C5-4728-B887-AA0A228AA95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0191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32" userDrawn="1">
          <p15:clr>
            <a:srgbClr val="F26B43"/>
          </p15:clr>
        </p15:guide>
        <p15:guide id="2" pos="221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4" cy="467752"/>
          </a:xfrm>
          <a:prstGeom prst="rect">
            <a:avLst/>
          </a:prstGeom>
        </p:spPr>
        <p:txBody>
          <a:bodyPr vert="horz" lIns="104479" tIns="52240" rIns="104479" bIns="52240" rtlCol="0"/>
          <a:lstStyle>
            <a:lvl1pPr algn="l" rtl="0">
              <a:defRPr sz="14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537" y="1"/>
            <a:ext cx="3043344" cy="467752"/>
          </a:xfrm>
          <a:prstGeom prst="rect">
            <a:avLst/>
          </a:prstGeom>
        </p:spPr>
        <p:txBody>
          <a:bodyPr vert="horz" lIns="104479" tIns="52240" rIns="104479" bIns="52240" rtlCol="0"/>
          <a:lstStyle>
            <a:lvl1pPr algn="r" rtl="0">
              <a:defRPr sz="1400"/>
            </a:lvl1pPr>
          </a:lstStyle>
          <a:p>
            <a:fld id="{A912AC1D-6F08-4080-8EFD-9EA1B519A757}" type="datetimeFigureOut">
              <a:rPr lang="en-GB" smtClean="0"/>
              <a:pPr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2313" y="1165225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4479" tIns="52240" rIns="104479" bIns="5224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79504"/>
            <a:ext cx="5618480" cy="3667395"/>
          </a:xfrm>
          <a:prstGeom prst="rect">
            <a:avLst/>
          </a:prstGeom>
        </p:spPr>
        <p:txBody>
          <a:bodyPr vert="horz" lIns="104479" tIns="52240" rIns="104479" bIns="5224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1350"/>
            <a:ext cx="3043344" cy="467750"/>
          </a:xfrm>
          <a:prstGeom prst="rect">
            <a:avLst/>
          </a:prstGeom>
        </p:spPr>
        <p:txBody>
          <a:bodyPr vert="horz" lIns="104479" tIns="52240" rIns="104479" bIns="52240" rtlCol="0" anchor="b"/>
          <a:lstStyle>
            <a:lvl1pPr algn="l" rtl="0">
              <a:defRPr sz="14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537" y="8841350"/>
            <a:ext cx="3043344" cy="467750"/>
          </a:xfrm>
          <a:prstGeom prst="rect">
            <a:avLst/>
          </a:prstGeom>
        </p:spPr>
        <p:txBody>
          <a:bodyPr vert="horz" lIns="104479" tIns="52240" rIns="104479" bIns="52240" rtlCol="0" anchor="b"/>
          <a:lstStyle>
            <a:lvl1pPr algn="r" rtl="0">
              <a:defRPr sz="1400"/>
            </a:lvl1pPr>
          </a:lstStyle>
          <a:p>
            <a:fld id="{CF642BB9-8A4E-4899-892E-02BBFA65B09C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1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1pPr>
    <a:lvl2pPr marL="608853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2pPr>
    <a:lvl3pPr marL="1217706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3pPr>
    <a:lvl4pPr marL="1826560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4pPr>
    <a:lvl5pPr marL="2435413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5pPr>
    <a:lvl6pPr marL="3044266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1217706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32" userDrawn="1">
          <p15:clr>
            <a:srgbClr val="F26B43"/>
          </p15:clr>
        </p15:guide>
        <p15:guide id="2" pos="2212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0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sv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sv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13.sv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sv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blue, Picture righ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D73D01ED-7042-D815-95B8-2A121406D8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18973" y="1"/>
            <a:ext cx="7073028" cy="6858000"/>
          </a:xfrm>
          <a:custGeom>
            <a:avLst/>
            <a:gdLst>
              <a:gd name="connsiteX0" fmla="*/ 723764 w 5304772"/>
              <a:gd name="connsiteY0" fmla="*/ 0 h 5149850"/>
              <a:gd name="connsiteX1" fmla="*/ 5304772 w 5304772"/>
              <a:gd name="connsiteY1" fmla="*/ 0 h 5149850"/>
              <a:gd name="connsiteX2" fmla="*/ 5304772 w 5304772"/>
              <a:gd name="connsiteY2" fmla="*/ 5149850 h 5149850"/>
              <a:gd name="connsiteX3" fmla="*/ 0 w 5304772"/>
              <a:gd name="connsiteY3" fmla="*/ 5149850 h 51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4772" h="5149850">
                <a:moveTo>
                  <a:pt x="723764" y="0"/>
                </a:moveTo>
                <a:lnTo>
                  <a:pt x="5304772" y="0"/>
                </a:lnTo>
                <a:lnTo>
                  <a:pt x="5304772" y="5149850"/>
                </a:lnTo>
                <a:lnTo>
                  <a:pt x="0" y="51498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76364"/>
            <a:ext cx="5273357" cy="2276728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035780" y="6510190"/>
            <a:ext cx="9821787" cy="122959"/>
          </a:xfrm>
        </p:spPr>
        <p:txBody>
          <a:bodyPr/>
          <a:lstStyle>
            <a:lvl1pPr algn="r"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pic>
        <p:nvPicPr>
          <p:cNvPr id="12" name="!!logo">
            <a:extLst>
              <a:ext uri="{FF2B5EF4-FFF2-40B4-BE49-F238E27FC236}">
                <a16:creationId xmlns:a16="http://schemas.microsoft.com/office/drawing/2014/main" id="{19CD8D62-DBA8-35E5-B57E-4FEF8AF0DC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748" y="421900"/>
            <a:ext cx="1211161" cy="610594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0748" y="3915430"/>
            <a:ext cx="5084693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FF10107-9468-AF07-4E59-228A3091F1B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026" y="6351050"/>
            <a:ext cx="1190606" cy="2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0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white, Picture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D15D15F-A80E-7449-D68B-CEDA1ABA03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18972" y="2"/>
            <a:ext cx="7073029" cy="6857999"/>
          </a:xfrm>
          <a:custGeom>
            <a:avLst/>
            <a:gdLst>
              <a:gd name="connsiteX0" fmla="*/ 723764 w 5304772"/>
              <a:gd name="connsiteY0" fmla="*/ 0 h 5149849"/>
              <a:gd name="connsiteX1" fmla="*/ 5304772 w 5304772"/>
              <a:gd name="connsiteY1" fmla="*/ 0 h 5149849"/>
              <a:gd name="connsiteX2" fmla="*/ 5304772 w 5304772"/>
              <a:gd name="connsiteY2" fmla="*/ 5149849 h 5149849"/>
              <a:gd name="connsiteX3" fmla="*/ 0 w 5304772"/>
              <a:gd name="connsiteY3" fmla="*/ 5149849 h 514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4772" h="5149849">
                <a:moveTo>
                  <a:pt x="723764" y="0"/>
                </a:moveTo>
                <a:lnTo>
                  <a:pt x="5304772" y="0"/>
                </a:lnTo>
                <a:lnTo>
                  <a:pt x="5304772" y="5149849"/>
                </a:lnTo>
                <a:lnTo>
                  <a:pt x="0" y="514984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1376364"/>
            <a:ext cx="5273886" cy="2276728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035780" y="6510190"/>
            <a:ext cx="9821787" cy="122959"/>
          </a:xfrm>
        </p:spPr>
        <p:txBody>
          <a:bodyPr/>
          <a:lstStyle>
            <a:lvl1pPr algn="r"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pic>
        <p:nvPicPr>
          <p:cNvPr id="12" name="!!logo">
            <a:extLst>
              <a:ext uri="{FF2B5EF4-FFF2-40B4-BE49-F238E27FC236}">
                <a16:creationId xmlns:a16="http://schemas.microsoft.com/office/drawing/2014/main" id="{19CD8D62-DBA8-35E5-B57E-4FEF8AF0DC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748" y="421900"/>
            <a:ext cx="1211161" cy="610594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434" y="3915430"/>
            <a:ext cx="5091007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975E31-B4DC-2D1A-494E-98FB19259DC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026" y="6351050"/>
            <a:ext cx="1190606" cy="2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72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blue, Video righ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enplatzhalter 5">
            <a:extLst>
              <a:ext uri="{FF2B5EF4-FFF2-40B4-BE49-F238E27FC236}">
                <a16:creationId xmlns:a16="http://schemas.microsoft.com/office/drawing/2014/main" id="{55EFA56A-520A-4E42-E84D-DB783B4294FB}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>
          <a:xfrm>
            <a:off x="5118972" y="1"/>
            <a:ext cx="7073029" cy="6858000"/>
          </a:xfrm>
          <a:custGeom>
            <a:avLst/>
            <a:gdLst>
              <a:gd name="connsiteX0" fmla="*/ 723764 w 5304772"/>
              <a:gd name="connsiteY0" fmla="*/ 0 h 5149851"/>
              <a:gd name="connsiteX1" fmla="*/ 5304772 w 5304772"/>
              <a:gd name="connsiteY1" fmla="*/ 0 h 5149851"/>
              <a:gd name="connsiteX2" fmla="*/ 5304772 w 5304772"/>
              <a:gd name="connsiteY2" fmla="*/ 5149851 h 5149851"/>
              <a:gd name="connsiteX3" fmla="*/ 0 w 5304772"/>
              <a:gd name="connsiteY3" fmla="*/ 5149851 h 514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4772" h="5149851">
                <a:moveTo>
                  <a:pt x="723764" y="0"/>
                </a:moveTo>
                <a:lnTo>
                  <a:pt x="5304772" y="0"/>
                </a:lnTo>
                <a:lnTo>
                  <a:pt x="5304772" y="5149851"/>
                </a:lnTo>
                <a:lnTo>
                  <a:pt x="0" y="5149851"/>
                </a:ln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marL="10584" indent="0">
              <a:buNone/>
              <a:defRPr lang="de-DE" dirty="0">
                <a:solidFill>
                  <a:schemeClr val="bg2"/>
                </a:solidFill>
              </a:defRPr>
            </a:lvl1pPr>
          </a:lstStyle>
          <a:p>
            <a:pPr marL="357708" lvl="0" indent="-347124" algn="ctr"/>
            <a:r>
              <a:rPr lang="da-DK" noProof="0"/>
              <a:t>Klik på ikonet for at tilføje et medie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1376364"/>
            <a:ext cx="5273886" cy="2276728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035780" y="6510190"/>
            <a:ext cx="9821787" cy="122959"/>
          </a:xfrm>
        </p:spPr>
        <p:txBody>
          <a:bodyPr/>
          <a:lstStyle>
            <a:lvl1pPr algn="r"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434" y="3915430"/>
            <a:ext cx="5091007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0ED11F-776C-786E-E73C-E911E2B8DD0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026" y="6351050"/>
            <a:ext cx="1190606" cy="230156"/>
          </a:xfrm>
          <a:prstGeom prst="rect">
            <a:avLst/>
          </a:prstGeom>
        </p:spPr>
      </p:pic>
      <p:pic>
        <p:nvPicPr>
          <p:cNvPr id="4" name="!!logo">
            <a:extLst>
              <a:ext uri="{FF2B5EF4-FFF2-40B4-BE49-F238E27FC236}">
                <a16:creationId xmlns:a16="http://schemas.microsoft.com/office/drawing/2014/main" id="{08E03100-C559-5DF0-8D74-148F88920FF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0748" y="421900"/>
            <a:ext cx="1211161" cy="61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27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white, Pictur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EE8E29E-58EB-5962-1809-B09FEFC251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1"/>
            <a:ext cx="7059753" cy="6858000"/>
          </a:xfrm>
          <a:custGeom>
            <a:avLst/>
            <a:gdLst>
              <a:gd name="connsiteX0" fmla="*/ 0 w 5294815"/>
              <a:gd name="connsiteY0" fmla="*/ 0 h 5149850"/>
              <a:gd name="connsiteX1" fmla="*/ 5294815 w 5294815"/>
              <a:gd name="connsiteY1" fmla="*/ 0 h 5149850"/>
              <a:gd name="connsiteX2" fmla="*/ 4571051 w 5294815"/>
              <a:gd name="connsiteY2" fmla="*/ 5149850 h 5149850"/>
              <a:gd name="connsiteX3" fmla="*/ 0 w 5294815"/>
              <a:gd name="connsiteY3" fmla="*/ 5149850 h 51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4815" h="5149850">
                <a:moveTo>
                  <a:pt x="0" y="0"/>
                </a:moveTo>
                <a:lnTo>
                  <a:pt x="5294815" y="0"/>
                </a:lnTo>
                <a:lnTo>
                  <a:pt x="4571051" y="5149850"/>
                </a:lnTo>
                <a:lnTo>
                  <a:pt x="0" y="51498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9561" y="1376362"/>
            <a:ext cx="4788007" cy="2276729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pic>
        <p:nvPicPr>
          <p:cNvPr id="12" name="!!logo">
            <a:extLst>
              <a:ext uri="{FF2B5EF4-FFF2-40B4-BE49-F238E27FC236}">
                <a16:creationId xmlns:a16="http://schemas.microsoft.com/office/drawing/2014/main" id="{19CD8D62-DBA8-35E5-B57E-4FEF8AF0DC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403" y="421900"/>
            <a:ext cx="1211161" cy="610594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9560" y="3915430"/>
            <a:ext cx="4788000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32D23D0-A801-C693-1049-44B17E8A50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41BCA49-463E-09BF-4D5F-75346A7E1D9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6958" y="6351050"/>
            <a:ext cx="1190606" cy="2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03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blue, Picture lef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6F6E312-C5E2-28BC-0E30-D3BC77A00B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1"/>
            <a:ext cx="7059753" cy="6858000"/>
          </a:xfrm>
          <a:custGeom>
            <a:avLst/>
            <a:gdLst>
              <a:gd name="connsiteX0" fmla="*/ 0 w 5294815"/>
              <a:gd name="connsiteY0" fmla="*/ 0 h 5149850"/>
              <a:gd name="connsiteX1" fmla="*/ 5294815 w 5294815"/>
              <a:gd name="connsiteY1" fmla="*/ 0 h 5149850"/>
              <a:gd name="connsiteX2" fmla="*/ 4571051 w 5294815"/>
              <a:gd name="connsiteY2" fmla="*/ 5149850 h 5149850"/>
              <a:gd name="connsiteX3" fmla="*/ 0 w 5294815"/>
              <a:gd name="connsiteY3" fmla="*/ 5149850 h 51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4815" h="5149850">
                <a:moveTo>
                  <a:pt x="0" y="0"/>
                </a:moveTo>
                <a:lnTo>
                  <a:pt x="5294815" y="0"/>
                </a:lnTo>
                <a:lnTo>
                  <a:pt x="4571051" y="5149850"/>
                </a:lnTo>
                <a:lnTo>
                  <a:pt x="0" y="51498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9562" y="1376362"/>
            <a:ext cx="4787476" cy="2276729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pic>
        <p:nvPicPr>
          <p:cNvPr id="12" name="!!logo">
            <a:extLst>
              <a:ext uri="{FF2B5EF4-FFF2-40B4-BE49-F238E27FC236}">
                <a16:creationId xmlns:a16="http://schemas.microsoft.com/office/drawing/2014/main" id="{19CD8D62-DBA8-35E5-B57E-4FEF8AF0DC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403" y="421900"/>
            <a:ext cx="1211161" cy="610594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9562" y="3915430"/>
            <a:ext cx="4788000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32D23D0-A801-C693-1049-44B17E8A50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3EC3CAF-CA5A-FE39-71EB-D6E7BA61754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6958" y="6351050"/>
            <a:ext cx="1190606" cy="2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36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(blue, Video left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enplatzhalter 5">
            <a:extLst>
              <a:ext uri="{FF2B5EF4-FFF2-40B4-BE49-F238E27FC236}">
                <a16:creationId xmlns:a16="http://schemas.microsoft.com/office/drawing/2014/main" id="{19DAFAAE-A404-6DFE-A5BF-995AB5E1B638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1" y="1"/>
            <a:ext cx="7059756" cy="6858001"/>
          </a:xfrm>
          <a:custGeom>
            <a:avLst/>
            <a:gdLst>
              <a:gd name="connsiteX0" fmla="*/ 0 w 5294817"/>
              <a:gd name="connsiteY0" fmla="*/ 0 h 5149851"/>
              <a:gd name="connsiteX1" fmla="*/ 5294817 w 5294817"/>
              <a:gd name="connsiteY1" fmla="*/ 0 h 5149851"/>
              <a:gd name="connsiteX2" fmla="*/ 4571052 w 5294817"/>
              <a:gd name="connsiteY2" fmla="*/ 5149851 h 5149851"/>
              <a:gd name="connsiteX3" fmla="*/ 0 w 5294817"/>
              <a:gd name="connsiteY3" fmla="*/ 5149851 h 514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4817" h="5149851">
                <a:moveTo>
                  <a:pt x="0" y="0"/>
                </a:moveTo>
                <a:lnTo>
                  <a:pt x="5294817" y="0"/>
                </a:lnTo>
                <a:lnTo>
                  <a:pt x="4571052" y="5149851"/>
                </a:lnTo>
                <a:lnTo>
                  <a:pt x="0" y="5149851"/>
                </a:ln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marL="10584" indent="0">
              <a:buNone/>
              <a:defRPr lang="de-DE" dirty="0">
                <a:solidFill>
                  <a:schemeClr val="bg2"/>
                </a:solidFill>
              </a:defRPr>
            </a:lvl1pPr>
          </a:lstStyle>
          <a:p>
            <a:pPr marL="357708" lvl="0" indent="-347124" algn="ctr"/>
            <a:r>
              <a:rPr lang="da-DK" noProof="0"/>
              <a:t>Klik på ikonet for at tilføje et medie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9562" y="1376362"/>
            <a:ext cx="4788006" cy="2276729"/>
          </a:xfrm>
        </p:spPr>
        <p:txBody>
          <a:bodyPr vert="horz" anchor="b"/>
          <a:lstStyle>
            <a:lvl1pPr rtl="0">
              <a:lnSpc>
                <a:spcPts val="5999"/>
              </a:lnSpc>
              <a:defRPr sz="640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Headline </a:t>
            </a:r>
            <a:br>
              <a:rPr lang="en-GB" noProof="0"/>
            </a:br>
            <a:r>
              <a:rPr lang="en-GB" noProof="0"/>
              <a:t>in 64 pt</a:t>
            </a:r>
          </a:p>
        </p:txBody>
      </p:sp>
      <p:pic>
        <p:nvPicPr>
          <p:cNvPr id="12" name="!!logo">
            <a:extLst>
              <a:ext uri="{FF2B5EF4-FFF2-40B4-BE49-F238E27FC236}">
                <a16:creationId xmlns:a16="http://schemas.microsoft.com/office/drawing/2014/main" id="{19CD8D62-DBA8-35E5-B57E-4FEF8AF0DC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403" y="421900"/>
            <a:ext cx="1211161" cy="610594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8BBFF91-1770-E3FD-C247-17A1D7329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9561" y="3915430"/>
            <a:ext cx="4788000" cy="11477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i="1"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GB" noProof="0"/>
              <a:t>Subline one or two </a:t>
            </a:r>
            <a:br>
              <a:rPr lang="en-GB" noProof="0"/>
            </a:br>
            <a:r>
              <a:rPr lang="en-GB" noProof="0"/>
              <a:t>lines 32 pt 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32D23D0-A801-C693-1049-44B17E8A50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1BB191-C7C3-E9A8-5087-6C1FA69198C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6958" y="6351050"/>
            <a:ext cx="1190606" cy="23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6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955292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671D6-DB69-4A20-9BF4-D26D474712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253D68E-6DFE-1D81-14CA-1E33112737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434" y="1376363"/>
            <a:ext cx="11523133" cy="4690980"/>
          </a:xfrm>
        </p:spPr>
        <p:txBody>
          <a:bodyPr numCol="1" spcCol="0"/>
          <a:lstStyle>
            <a:lvl1pPr marL="355591" indent="-345009">
              <a:buClr>
                <a:schemeClr val="tx2"/>
              </a:buClr>
              <a:buFont typeface="+mj-lt"/>
              <a:buAutoNum type="arabicPeriod"/>
              <a:defRPr sz="2200" b="1"/>
            </a:lvl1pPr>
            <a:lvl2pPr marL="357708" indent="0">
              <a:spcBef>
                <a:spcPts val="0"/>
              </a:spcBef>
              <a:buNone/>
              <a:defRPr sz="1599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6FF9D6-2222-F6C2-5DA3-E57F07583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65207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C29D0AA-F721-C531-1B98-B263CDEA4D2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50344" y="1159176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9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9ACD13A-8781-1B8C-05B0-DFEBCD7D99D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50344" y="1891761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9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33A5D77-6DE7-70D7-0ADA-36DC9B8E36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50344" y="2624346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8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>
                <a:solidFill>
                  <a:schemeClr val="tx1"/>
                </a:solidFill>
              </a:defRPr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9B163ECF-F7D1-7C4A-D665-434C08B3AAF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0344" y="3356931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8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0E5922D-9E3C-3CF6-4A7E-226D3D453EA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50344" y="4089516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8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E64252D0-643B-9D56-BFF9-C0CCF796FBB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50344" y="4822101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8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12CC1740-A832-4D2D-059C-FCE27A1C433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50344" y="5554688"/>
            <a:ext cx="11541655" cy="7191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03998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955292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671D6-DB69-4A20-9BF4-D26D474712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DD0034-43F9-49A1-A3A0-BEDC96FAD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" y="1159176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3EAE51CF-64FF-4C49-97E4-C70753F71E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1891761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B4A321A-671E-4A5F-BFC0-407DB316E9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2624346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AA79821B-F8B6-436C-BC10-8ABA41FA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3356931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0456FDA-5A30-49A8-A750-6AD6B3403E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089516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96FE3D7A-5910-4008-BCA4-5347AFCC9E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" y="4822101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721E3DFE-CB4B-4E33-BFC3-9483BDBD52A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" y="5554688"/>
            <a:ext cx="650344" cy="719112"/>
          </a:xfrm>
          <a:solidFill>
            <a:schemeClr val="bg2">
              <a:alpha val="30000"/>
            </a:schemeClr>
          </a:solidFill>
        </p:spPr>
        <p:txBody>
          <a:bodyPr wrap="none" lIns="306000" rIns="0" anchor="ctr"/>
          <a:lstStyle>
            <a:lvl1pPr marL="10584" indent="0" algn="l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B98204A2-A8D4-401C-A9A5-4343F10E16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9308" y="1159176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3030A059-58D1-4FDF-8332-D1033A11F7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29308" y="1891761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3527643D-09FF-46EE-849D-0FEC8798CE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308" y="2624346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70" name="Text Placeholder 9">
            <a:extLst>
              <a:ext uri="{FF2B5EF4-FFF2-40B4-BE49-F238E27FC236}">
                <a16:creationId xmlns:a16="http://schemas.microsoft.com/office/drawing/2014/main" id="{A8912701-5A3E-49B5-8FB8-332FAB8D44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308" y="3356931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500E0E79-BC73-4F5D-AEA6-9BEA6C018E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308" y="4089516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44FFA56A-C2EB-4294-B002-7D55AE89CB8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29308" y="4822101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4CA281E9-9B64-491C-A5FE-81F3AE38ACF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29308" y="5554688"/>
            <a:ext cx="2828260" cy="719112"/>
          </a:xfrm>
          <a:noFill/>
        </p:spPr>
        <p:txBody>
          <a:bodyPr lIns="0" rIns="0" numCol="1" spcCol="180000" anchor="ctr" anchorCtr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ctr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200" b="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en-GB" noProof="0"/>
              <a:t>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525A4-1EB9-8E4F-080E-6190690DC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71995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47C7FB11-969B-FCEF-9019-4862EACDB538}"/>
              </a:ext>
            </a:extLst>
          </p:cNvPr>
          <p:cNvSpPr/>
          <p:nvPr userDrawn="1"/>
        </p:nvSpPr>
        <p:spPr>
          <a:xfrm>
            <a:off x="5215468" y="6273799"/>
            <a:ext cx="6976533" cy="589125"/>
          </a:xfrm>
          <a:prstGeom prst="rect">
            <a:avLst/>
          </a:prstGeom>
          <a:solidFill>
            <a:schemeClr val="bg2">
              <a:alpha val="30000"/>
            </a:schemeClr>
          </a:solidFill>
        </p:spPr>
        <p:txBody>
          <a:bodyPr vert="horz" wrap="square" lIns="2303956" tIns="0" rIns="0" bIns="0" numCol="1" spcCol="180000" rtlCol="0" anchor="ctr" anchorCtr="0">
            <a:noAutofit/>
          </a:bodyPr>
          <a:lstStyle/>
          <a:p>
            <a:pPr marL="10584" lv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None/>
            </a:pPr>
            <a:endParaRPr lang="en-GB" sz="1867" b="1" noProof="0">
              <a:solidFill>
                <a:schemeClr val="tx1"/>
              </a:solidFill>
            </a:endParaRPr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7CD64A07-1FD9-A45C-87F8-AA6B54F8F7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23868" y="6273800"/>
            <a:ext cx="568134" cy="584200"/>
          </a:xfrm>
          <a:custGeom>
            <a:avLst/>
            <a:gdLst>
              <a:gd name="connsiteX0" fmla="*/ 82104 w 568134"/>
              <a:gd name="connsiteY0" fmla="*/ 0 h 584200"/>
              <a:gd name="connsiteX1" fmla="*/ 568134 w 568134"/>
              <a:gd name="connsiteY1" fmla="*/ 0 h 584200"/>
              <a:gd name="connsiteX2" fmla="*/ 568134 w 568134"/>
              <a:gd name="connsiteY2" fmla="*/ 584200 h 584200"/>
              <a:gd name="connsiteX3" fmla="*/ 0 w 568134"/>
              <a:gd name="connsiteY3" fmla="*/ 584200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134" h="584200">
                <a:moveTo>
                  <a:pt x="82104" y="0"/>
                </a:moveTo>
                <a:lnTo>
                  <a:pt x="568134" y="0"/>
                </a:lnTo>
                <a:lnTo>
                  <a:pt x="568134" y="584200"/>
                </a:lnTo>
                <a:lnTo>
                  <a:pt x="0" y="584200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999" tIns="95999" rIns="95999" bIns="95999" rtlCol="0" anchor="t">
            <a:noAutofit/>
          </a:bodyPr>
          <a:lstStyle/>
          <a:p>
            <a:pPr marL="237060" indent="-237060" algn="l">
              <a:spcBef>
                <a:spcPts val="8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599" b="1" noProof="0">
              <a:latin typeface="Knauf Office" pitchFamily="2" charset="0"/>
            </a:endParaRP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5FA93C0-EEE1-2920-87B8-4BA6A4965D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9534" y="1173170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A102A237-5EA2-9E4D-2729-DC77D41B0A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299534" y="1901435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EDB4B8C-E9E2-0EB8-290C-B2570AE99F7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99534" y="2629700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253E1B6-918E-9CC2-0BAA-0D74645BC4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99534" y="3357965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98D31CE-E90A-AC75-BA51-D4370143167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99534" y="4086230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87D6BED-BD78-1CF3-CE8C-23E36E3F059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99534" y="4812429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EE3888-E964-27CA-07B1-1E31C61B0C3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299534" y="5542763"/>
            <a:ext cx="6892466" cy="719112"/>
          </a:xfrm>
          <a:custGeom>
            <a:avLst/>
            <a:gdLst>
              <a:gd name="connsiteX0" fmla="*/ 0 w 4197350"/>
              <a:gd name="connsiteY0" fmla="*/ 0 h 540000"/>
              <a:gd name="connsiteX1" fmla="*/ 4197350 w 4197350"/>
              <a:gd name="connsiteY1" fmla="*/ 0 h 540000"/>
              <a:gd name="connsiteX2" fmla="*/ 4197350 w 4197350"/>
              <a:gd name="connsiteY2" fmla="*/ 540000 h 540000"/>
              <a:gd name="connsiteX3" fmla="*/ 0 w 419735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7350" h="540000">
                <a:moveTo>
                  <a:pt x="0" y="0"/>
                </a:moveTo>
                <a:lnTo>
                  <a:pt x="4197350" y="0"/>
                </a:lnTo>
                <a:lnTo>
                  <a:pt x="4197350" y="540000"/>
                </a:lnTo>
                <a:lnTo>
                  <a:pt x="0" y="540000"/>
                </a:lnTo>
                <a:close/>
              </a:path>
            </a:pathLst>
          </a:custGeom>
          <a:solidFill>
            <a:schemeClr val="bg2">
              <a:alpha val="30000"/>
            </a:schemeClr>
          </a:solidFill>
        </p:spPr>
        <p:txBody>
          <a:bodyPr wrap="square" lIns="1728000" tIns="0" rIns="0" numCol="1" spcCol="180000" anchor="ctr" anchorCtr="0">
            <a:noAutofit/>
          </a:bodyPr>
          <a:lstStyle>
            <a:lvl1pPr marL="10584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600" b="1"/>
            </a:lvl1pPr>
            <a:lvl2pPr marL="0" marR="0" indent="0" algn="l" defTabSz="121916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+mj-lt"/>
              <a:buNone/>
              <a:tabLst/>
              <a:defRPr sz="16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955292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DD0034-43F9-49A1-A3A0-BEDC96FAD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1173170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3EAE51CF-64FF-4C49-97E4-C70753F71E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1" y="1901435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B4A321A-671E-4A5F-BFC0-407DB316E9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1" y="2629700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AA79821B-F8B6-436C-BC10-8ABA41FA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3357965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0456FDA-5A30-49A8-A750-6AD6B3403E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086230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96FE3D7A-5910-4008-BCA4-5347AFCC9E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1" y="4812429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721E3DFE-CB4B-4E33-BFC3-9483BDBD52A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1" y="5542763"/>
            <a:ext cx="499533" cy="719112"/>
          </a:xfrm>
          <a:noFill/>
        </p:spPr>
        <p:txBody>
          <a:bodyPr rIns="0" anchor="ctr"/>
          <a:lstStyle>
            <a:lvl1pPr marL="10584" indent="0" algn="r"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0E11AB2-EB34-8166-9A07-F3FC4EC468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173171"/>
            <a:ext cx="6086326" cy="5684830"/>
          </a:xfrm>
          <a:custGeom>
            <a:avLst/>
            <a:gdLst>
              <a:gd name="connsiteX0" fmla="*/ 0 w 6086326"/>
              <a:gd name="connsiteY0" fmla="*/ 0 h 5684830"/>
              <a:gd name="connsiteX1" fmla="*/ 6086326 w 6086326"/>
              <a:gd name="connsiteY1" fmla="*/ 0 h 5684830"/>
              <a:gd name="connsiteX2" fmla="*/ 5287375 w 6086326"/>
              <a:gd name="connsiteY2" fmla="*/ 5684830 h 5684830"/>
              <a:gd name="connsiteX3" fmla="*/ 0 w 6086326"/>
              <a:gd name="connsiteY3" fmla="*/ 5684830 h 568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6326" h="5684830">
                <a:moveTo>
                  <a:pt x="0" y="0"/>
                </a:moveTo>
                <a:lnTo>
                  <a:pt x="6086326" y="0"/>
                </a:lnTo>
                <a:lnTo>
                  <a:pt x="5287375" y="5684830"/>
                </a:lnTo>
                <a:lnTo>
                  <a:pt x="0" y="568483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80B68FDA-E65D-19DA-C30C-B6F626CA0467}"/>
              </a:ext>
            </a:extLst>
          </p:cNvPr>
          <p:cNvSpPr txBox="1">
            <a:spLocks/>
          </p:cNvSpPr>
          <p:nvPr userDrawn="1"/>
        </p:nvSpPr>
        <p:spPr>
          <a:xfrm>
            <a:off x="11658601" y="6522613"/>
            <a:ext cx="312422" cy="14382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0C19864-18AD-4370-8F2C-A1C853221D38}" type="slidenum">
              <a:rPr lang="en-GB" sz="934" noProof="0" smtClean="0">
                <a:solidFill>
                  <a:schemeClr val="bg1"/>
                </a:solidFill>
              </a:rPr>
              <a:pPr algn="r"/>
              <a:t>‹nr.›</a:t>
            </a:fld>
            <a:endParaRPr lang="en-GB" sz="934" noProof="0">
              <a:solidFill>
                <a:schemeClr val="bg1"/>
              </a:solidFill>
            </a:endParaRPr>
          </a:p>
        </p:txBody>
      </p:sp>
      <p:pic>
        <p:nvPicPr>
          <p:cNvPr id="13" name="!!logo">
            <a:extLst>
              <a:ext uri="{FF2B5EF4-FFF2-40B4-BE49-F238E27FC236}">
                <a16:creationId xmlns:a16="http://schemas.microsoft.com/office/drawing/2014/main" id="{08C602E8-3201-3B88-CA02-568F58A052D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9614" y="6352362"/>
            <a:ext cx="842774" cy="424875"/>
          </a:xfrm>
          <a:prstGeom prst="rect">
            <a:avLst/>
          </a:prstGeom>
        </p:spPr>
      </p:pic>
      <p:sp>
        <p:nvSpPr>
          <p:cNvPr id="6" name="Fußzeilenplatzhalter 8">
            <a:extLst>
              <a:ext uri="{FF2B5EF4-FFF2-40B4-BE49-F238E27FC236}">
                <a16:creationId xmlns:a16="http://schemas.microsoft.com/office/drawing/2014/main" id="{4A11DDA0-CCD9-2F1E-DEEB-B727EFC42F0E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>
          <a:xfrm>
            <a:off x="334436" y="6510190"/>
            <a:ext cx="9821787" cy="12295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CD8FC-684C-B39F-CA05-7B6463D87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9962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8913302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376363"/>
            <a:ext cx="11523133" cy="4897437"/>
          </a:xfrm>
        </p:spPr>
        <p:txBody>
          <a:bodyPr numCol="2" spcCol="180000">
            <a:normAutofit/>
          </a:bodyPr>
          <a:lstStyle>
            <a:lvl1pPr marL="357708" indent="-347124" rtl="0">
              <a:spcBef>
                <a:spcPts val="0"/>
              </a:spcBef>
              <a:buSzPct val="100000"/>
              <a:buFont typeface="+mj-lt"/>
              <a:buAutoNum type="arabicPeriod"/>
              <a:defRPr sz="2200" b="1"/>
            </a:lvl1pPr>
            <a:lvl2pPr marL="357708" marR="0" indent="0" algn="l" defTabSz="12191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934"/>
              </a:spcAft>
              <a:buClrTx/>
              <a:buSzPct val="140000"/>
              <a:buFont typeface="+mj-lt"/>
              <a:buNone/>
              <a:tabLst/>
              <a:defRPr sz="2200"/>
            </a:lvl2pPr>
            <a:lvl3pPr marL="541853" indent="0">
              <a:buFont typeface="+mj-lt"/>
              <a:buNone/>
              <a:defRPr sz="2133"/>
            </a:lvl3pPr>
            <a:lvl4pPr marL="467772" indent="-457187">
              <a:buFont typeface="+mj-lt"/>
              <a:buAutoNum type="arabicPeriod"/>
              <a:defRPr sz="2133"/>
            </a:lvl4pPr>
            <a:lvl5pPr marL="467772" indent="-457187">
              <a:buFont typeface="+mj-lt"/>
              <a:buAutoNum type="arabicPeriod"/>
              <a:defRPr sz="2133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671D6-DB69-4A20-9BF4-D26D474712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71985E-2EBC-AC61-B21B-A007FBE37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Knauf Head 28 pt</a:t>
            </a:r>
          </a:p>
        </p:txBody>
      </p:sp>
    </p:spTree>
    <p:extLst>
      <p:ext uri="{BB962C8B-B14F-4D97-AF65-F5344CB8AC3E}">
        <p14:creationId xmlns:p14="http://schemas.microsoft.com/office/powerpoint/2010/main" val="32268537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9EC8F9C-E06C-42E3-BCC9-20EBA47872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00975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9EC8F9C-E06C-42E3-BCC9-20EBA47872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B1E2EC65-718F-4AC1-A818-770A2B46084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5600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2C1DE-D037-489B-8CC7-226327C434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98" y="1376363"/>
            <a:ext cx="5977469" cy="2028695"/>
          </a:xfrm>
        </p:spPr>
        <p:txBody>
          <a:bodyPr vert="horz" anchor="b"/>
          <a:lstStyle>
            <a:lvl1pPr rtl="0">
              <a:lnSpc>
                <a:spcPct val="85000"/>
              </a:lnSpc>
              <a:defRPr sz="6400" i="0" cap="none" baseline="0">
                <a:latin typeface="+mj-lt"/>
              </a:defRPr>
            </a:lvl1pPr>
          </a:lstStyle>
          <a:p>
            <a:r>
              <a:rPr lang="en-GB" noProof="0"/>
              <a:t>Headline one or 2 lines 64 pt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7C23901-34B2-4205-B369-9DC3C2B113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100" y="3592595"/>
            <a:ext cx="5977470" cy="467243"/>
          </a:xfrm>
        </p:spPr>
        <p:txBody>
          <a:bodyPr wrap="square">
            <a:spAutoFit/>
          </a:bodyPr>
          <a:lstStyle>
            <a:lvl1pPr marL="10584" indent="0" rtl="0">
              <a:lnSpc>
                <a:spcPct val="95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+mn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Subline one or two lines 32 pt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4E9EC7-5156-16CE-00ED-7B960D148C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" y="0"/>
            <a:ext cx="5440465" cy="6273800"/>
          </a:xfrm>
          <a:custGeom>
            <a:avLst/>
            <a:gdLst>
              <a:gd name="connsiteX0" fmla="*/ 0 w 4080349"/>
              <a:gd name="connsiteY0" fmla="*/ 0 h 4699000"/>
              <a:gd name="connsiteX1" fmla="*/ 4080349 w 4080349"/>
              <a:gd name="connsiteY1" fmla="*/ 0 h 4699000"/>
              <a:gd name="connsiteX2" fmla="*/ 3419947 w 4080349"/>
              <a:gd name="connsiteY2" fmla="*/ 4699000 h 4699000"/>
              <a:gd name="connsiteX3" fmla="*/ 0 w 4080349"/>
              <a:gd name="connsiteY3" fmla="*/ 4699000 h 46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0349" h="4699000">
                <a:moveTo>
                  <a:pt x="0" y="0"/>
                </a:moveTo>
                <a:lnTo>
                  <a:pt x="4080349" y="0"/>
                </a:lnTo>
                <a:lnTo>
                  <a:pt x="3419947" y="4699000"/>
                </a:lnTo>
                <a:lnTo>
                  <a:pt x="0" y="4699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450000" rIns="586800" anchor="ctr">
            <a:noAutofit/>
          </a:bodyPr>
          <a:lstStyle>
            <a:lvl1pPr marL="10584" indent="0" algn="r" rtl="0">
              <a:spcBef>
                <a:spcPts val="133"/>
              </a:spcBef>
              <a:buNone/>
              <a:defRPr sz="33000" b="1" i="0">
                <a:solidFill>
                  <a:schemeClr val="bg1"/>
                </a:solidFill>
                <a:latin typeface="+mj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#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680796E-61CB-950A-5E96-120253068C8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181" y="6537851"/>
            <a:ext cx="825000" cy="1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17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61" userDrawn="1">
          <p15:clr>
            <a:srgbClr val="FBAE40"/>
          </p15:clr>
        </p15:guide>
        <p15:guide id="4" pos="384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1 with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FD7F0AA-EC5D-7857-DD14-EFA4594AB1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4"/>
            <a:ext cx="5440463" cy="6273796"/>
          </a:xfrm>
          <a:custGeom>
            <a:avLst/>
            <a:gdLst>
              <a:gd name="connsiteX0" fmla="*/ 0 w 4080347"/>
              <a:gd name="connsiteY0" fmla="*/ 0 h 4698999"/>
              <a:gd name="connsiteX1" fmla="*/ 4080347 w 4080347"/>
              <a:gd name="connsiteY1" fmla="*/ 0 h 4698999"/>
              <a:gd name="connsiteX2" fmla="*/ 3419946 w 4080347"/>
              <a:gd name="connsiteY2" fmla="*/ 4698999 h 4698999"/>
              <a:gd name="connsiteX3" fmla="*/ 0 w 4080347"/>
              <a:gd name="connsiteY3" fmla="*/ 4698999 h 469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0347" h="4698999">
                <a:moveTo>
                  <a:pt x="0" y="0"/>
                </a:moveTo>
                <a:lnTo>
                  <a:pt x="4080347" y="0"/>
                </a:lnTo>
                <a:lnTo>
                  <a:pt x="3419946" y="4698999"/>
                </a:lnTo>
                <a:lnTo>
                  <a:pt x="0" y="4698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9EC8F9C-E06C-42E3-BCC9-20EBA47872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00975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9EC8F9C-E06C-42E3-BCC9-20EBA47872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B1E2EC65-718F-4AC1-A818-770A2B46084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5600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2C1DE-D037-489B-8CC7-226327C434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98" y="1376363"/>
            <a:ext cx="5977469" cy="2028695"/>
          </a:xfrm>
        </p:spPr>
        <p:txBody>
          <a:bodyPr vert="horz" anchor="b"/>
          <a:lstStyle>
            <a:lvl1pPr rtl="0">
              <a:lnSpc>
                <a:spcPct val="85000"/>
              </a:lnSpc>
              <a:defRPr sz="6400" i="0" cap="none" baseline="0">
                <a:latin typeface="+mj-lt"/>
              </a:defRPr>
            </a:lvl1pPr>
          </a:lstStyle>
          <a:p>
            <a:r>
              <a:rPr lang="en-GB" noProof="0"/>
              <a:t>Headline one or 2 lines 64 pt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7C23901-34B2-4205-B369-9DC3C2B113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100" y="3592595"/>
            <a:ext cx="5977470" cy="467243"/>
          </a:xfrm>
        </p:spPr>
        <p:txBody>
          <a:bodyPr wrap="square">
            <a:spAutoFit/>
          </a:bodyPr>
          <a:lstStyle>
            <a:lvl1pPr marL="10584" indent="0" rtl="0">
              <a:lnSpc>
                <a:spcPct val="95000"/>
              </a:lnSpc>
              <a:spcBef>
                <a:spcPts val="0"/>
              </a:spcBef>
              <a:buNone/>
              <a:defRPr sz="3200" i="1">
                <a:solidFill>
                  <a:schemeClr val="tx2"/>
                </a:solidFill>
                <a:latin typeface="+mn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Subline one or two lines 32 pt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C6AE31E-5476-4AE0-8DFA-A72E413CF9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435" y="939800"/>
            <a:ext cx="4513790" cy="4826000"/>
          </a:xfrm>
        </p:spPr>
        <p:txBody>
          <a:bodyPr wrap="none" anchor="ctr">
            <a:noAutofit/>
          </a:bodyPr>
          <a:lstStyle>
            <a:lvl1pPr marL="10584" indent="0" algn="r" rtl="0">
              <a:spcBef>
                <a:spcPts val="133"/>
              </a:spcBef>
              <a:buNone/>
              <a:defRPr sz="33000" b="1" i="0">
                <a:solidFill>
                  <a:schemeClr val="bg1"/>
                </a:solidFill>
                <a:latin typeface="+mj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#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7C68ED-88B9-B7E1-291F-DABDFB35D5F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181" y="6537851"/>
            <a:ext cx="825000" cy="1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89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35" userDrawn="1">
          <p15:clr>
            <a:srgbClr val="FBAE40"/>
          </p15:clr>
        </p15:guide>
        <p15:guide id="3" orient="horz" pos="3761" userDrawn="1">
          <p15:clr>
            <a:srgbClr val="FBAE40"/>
          </p15:clr>
        </p15:guide>
        <p15:guide id="4" pos="384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4B564DD-12BE-B8A6-6030-F714387964C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-1" y="4"/>
            <a:ext cx="6727401" cy="6273796"/>
          </a:xfrm>
          <a:custGeom>
            <a:avLst/>
            <a:gdLst>
              <a:gd name="connsiteX0" fmla="*/ 0 w 5045551"/>
              <a:gd name="connsiteY0" fmla="*/ 0 h 4698999"/>
              <a:gd name="connsiteX1" fmla="*/ 1005270 w 5045551"/>
              <a:gd name="connsiteY1" fmla="*/ 0 h 4698999"/>
              <a:gd name="connsiteX2" fmla="*/ 4189031 w 5045551"/>
              <a:gd name="connsiteY2" fmla="*/ 0 h 4698999"/>
              <a:gd name="connsiteX3" fmla="*/ 5045551 w 5045551"/>
              <a:gd name="connsiteY3" fmla="*/ 0 h 4698999"/>
              <a:gd name="connsiteX4" fmla="*/ 4385149 w 5045551"/>
              <a:gd name="connsiteY4" fmla="*/ 4698999 h 4698999"/>
              <a:gd name="connsiteX5" fmla="*/ 3544104 w 5045551"/>
              <a:gd name="connsiteY5" fmla="*/ 4698999 h 4698999"/>
              <a:gd name="connsiteX6" fmla="*/ 1005270 w 5045551"/>
              <a:gd name="connsiteY6" fmla="*/ 4698999 h 4698999"/>
              <a:gd name="connsiteX7" fmla="*/ 0 w 5045551"/>
              <a:gd name="connsiteY7" fmla="*/ 4698999 h 469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45551" h="4698999">
                <a:moveTo>
                  <a:pt x="0" y="0"/>
                </a:moveTo>
                <a:lnTo>
                  <a:pt x="1005270" y="0"/>
                </a:lnTo>
                <a:lnTo>
                  <a:pt x="4189031" y="0"/>
                </a:lnTo>
                <a:lnTo>
                  <a:pt x="5045551" y="0"/>
                </a:lnTo>
                <a:lnTo>
                  <a:pt x="4385149" y="4698999"/>
                </a:lnTo>
                <a:lnTo>
                  <a:pt x="3544104" y="4698999"/>
                </a:lnTo>
                <a:lnTo>
                  <a:pt x="1005270" y="4698999"/>
                </a:lnTo>
                <a:lnTo>
                  <a:pt x="0" y="4698999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GB" noProof="0" dirty="0"/>
            </a:lvl1pPr>
          </a:lstStyle>
          <a:p>
            <a:pPr marL="10584" lvl="0" indent="0" algn="ctr">
              <a:buNone/>
            </a:pPr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9EC8F9C-E06C-42E3-BCC9-20EBA47872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8892948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9EC8F9C-E06C-42E3-BCC9-20EBA47872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B1E2EC65-718F-4AC1-A818-770A2B46084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5600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2C1DE-D037-489B-8CC7-226327C434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999" y="1376363"/>
            <a:ext cx="4745566" cy="1201095"/>
          </a:xfrm>
        </p:spPr>
        <p:txBody>
          <a:bodyPr vert="horz" anchor="b"/>
          <a:lstStyle>
            <a:lvl1pPr rtl="0">
              <a:lnSpc>
                <a:spcPct val="80000"/>
              </a:lnSpc>
              <a:defRPr sz="4400" i="0" cap="none" baseline="0">
                <a:latin typeface="+mj-lt"/>
              </a:defRPr>
            </a:lvl1pPr>
          </a:lstStyle>
          <a:p>
            <a:r>
              <a:rPr lang="en-GB" noProof="0"/>
              <a:t>Headline one or </a:t>
            </a:r>
            <a:br>
              <a:rPr lang="en-GB" noProof="0"/>
            </a:br>
            <a:r>
              <a:rPr lang="en-GB" noProof="0"/>
              <a:t>two lines 44 pt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7C23901-34B2-4205-B369-9DC3C2B113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1999" y="2786719"/>
            <a:ext cx="4745566" cy="360508"/>
          </a:xfrm>
        </p:spPr>
        <p:txBody>
          <a:bodyPr wrap="square">
            <a:spAutoFit/>
          </a:bodyPr>
          <a:lstStyle>
            <a:lvl1pPr marL="0" indent="0" rtl="0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+mn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Subline one or two  lines 24 pt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E71C395-A753-27F4-4A8A-01A3532013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12001" y="3982880"/>
            <a:ext cx="4745565" cy="1987216"/>
          </a:xfrm>
        </p:spPr>
        <p:txBody>
          <a:bodyPr/>
          <a:lstStyle>
            <a:lvl1pPr marL="10584" indent="0">
              <a:buNone/>
              <a:defRPr/>
            </a:lvl1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15EA089-5514-F57F-715C-3A0555868B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181" y="6537851"/>
            <a:ext cx="825000" cy="1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59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35" userDrawn="1">
          <p15:clr>
            <a:srgbClr val="FBAE40"/>
          </p15:clr>
        </p15:guide>
        <p15:guide id="3" orient="horz" pos="3761" userDrawn="1">
          <p15:clr>
            <a:srgbClr val="FBAE40"/>
          </p15:clr>
        </p15:guide>
        <p15:guide id="4" pos="384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otio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9024853-ECEF-481B-B7F9-DB7F49D28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273800"/>
          </a:xfrm>
          <a:solidFill>
            <a:schemeClr val="bg2"/>
          </a:solidFill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E2AB16B-F306-4544-8EB8-FB0BF0040D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7564977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E2AB16B-F306-4544-8EB8-FB0BF0040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F7FEBDD-150B-49F8-8B34-FC4D498C50C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7334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ADB107C-FE89-4321-BBB6-FA7141E46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-1"/>
            <a:ext cx="10777728" cy="6273801"/>
          </a:xfrm>
          <a:gradFill>
            <a:gsLst>
              <a:gs pos="0">
                <a:schemeClr val="tx1">
                  <a:alpha val="61848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</p:spPr>
        <p:txBody>
          <a:bodyPr vert="horz" wrap="square" lIns="324000" tIns="720000" rIns="0" bIns="0" anchor="t" anchorCtr="0">
            <a:noAutofit/>
          </a:bodyPr>
          <a:lstStyle>
            <a:lvl1pPr algn="l" rtl="0">
              <a:lnSpc>
                <a:spcPct val="85000"/>
              </a:lnSpc>
              <a:defRPr sz="960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Headline  96 pt</a:t>
            </a:r>
            <a:br>
              <a:rPr lang="en-GB" noProof="0"/>
            </a:br>
            <a:r>
              <a:rPr lang="en-GB" noProof="0"/>
              <a:t>maximum</a:t>
            </a:r>
            <a:br>
              <a:rPr lang="en-GB" noProof="0"/>
            </a:br>
            <a:r>
              <a:rPr lang="en-GB" noProof="0"/>
              <a:t>3 lines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43BE7C1-F0F9-3B0C-F295-593EFDE5B81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noProof="0"/>
              <a:t>Department | Project | Author | Date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BE5E01D-5853-4BA2-B12D-EBA73E9633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37" y="4902562"/>
            <a:ext cx="9215962" cy="485748"/>
          </a:xfrm>
        </p:spPr>
        <p:txBody>
          <a:bodyPr/>
          <a:lstStyle>
            <a:lvl1pPr marL="10584" indent="0" rtl="0">
              <a:spcBef>
                <a:spcPts val="0"/>
              </a:spcBef>
              <a:buNone/>
              <a:defRPr sz="2400" b="0" i="1" cap="none" baseline="0">
                <a:solidFill>
                  <a:schemeClr val="bg1"/>
                </a:solidFill>
                <a:latin typeface="+mn-lt"/>
              </a:defRPr>
            </a:lvl1pPr>
            <a:lvl2pPr marL="243409" indent="0">
              <a:buNone/>
              <a:defRPr>
                <a:solidFill>
                  <a:schemeClr val="bg1"/>
                </a:solidFill>
              </a:defRPr>
            </a:lvl2pPr>
            <a:lvl3pPr marL="541853" indent="0">
              <a:buNone/>
              <a:defRPr>
                <a:solidFill>
                  <a:schemeClr val="bg1"/>
                </a:solidFill>
              </a:defRPr>
            </a:lvl3pPr>
            <a:lvl4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0584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Name, Position</a:t>
            </a:r>
          </a:p>
        </p:txBody>
      </p:sp>
    </p:spTree>
    <p:extLst>
      <p:ext uri="{BB962C8B-B14F-4D97-AF65-F5344CB8AC3E}">
        <p14:creationId xmlns:p14="http://schemas.microsoft.com/office/powerpoint/2010/main" val="3422931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5549666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196127"/>
            <a:ext cx="11523133" cy="902837"/>
          </a:xfrm>
        </p:spPr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4436" y="6520129"/>
            <a:ext cx="9821787" cy="122959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A0EF39-96D5-4D1E-9C99-1AC8C28B1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6" y="6283739"/>
            <a:ext cx="9821787" cy="175570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20115532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6369515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5" y="1376362"/>
            <a:ext cx="11523132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514317-22D5-42B1-A076-509FE0A47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20629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6369515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5" y="1376362"/>
            <a:ext cx="5544000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514317-22D5-42B1-A076-509FE0A47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51C9E96-7989-B2CB-4E7D-A925D6EC5F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11900" y="1376362"/>
            <a:ext cx="5544000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18239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3638009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186188"/>
            <a:ext cx="11523133" cy="902837"/>
          </a:xfrm>
        </p:spPr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376362"/>
            <a:ext cx="3528000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514317-22D5-42B1-A076-509FE0A47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43889E9-A822-4557-9ACF-609002DFBD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32001" y="1376362"/>
            <a:ext cx="3528000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A5FE6AE7-38EB-423A-9DD9-8C7510A0EC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9567" y="1376362"/>
            <a:ext cx="3528000" cy="4897437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1690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746548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186188"/>
            <a:ext cx="11523133" cy="902837"/>
          </a:xfrm>
        </p:spPr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376362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514317-22D5-42B1-A076-509FE0A47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43889E9-A822-4557-9ACF-609002DFBD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32001" y="1378742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A5FE6AE7-38EB-423A-9DD9-8C7510A0EC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29567" y="1376361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8A5099B-B679-409A-A3E1-DA701F1596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434" y="4003419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046C9C8-AD6D-4430-BD0C-711203836A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32001" y="4003419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B249C52-2BD0-4382-822D-48DC51AFFD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29567" y="4005800"/>
            <a:ext cx="3528000" cy="2268000"/>
          </a:xfrm>
        </p:spPr>
        <p:txBody>
          <a:bodyPr/>
          <a:lstStyle>
            <a:lvl1pPr rtl="0">
              <a:defRPr baseline="0"/>
            </a:lvl1pPr>
            <a:lvl2pPr rtl="0">
              <a:defRPr baseline="0"/>
            </a:lvl2pPr>
            <a:lvl3pPr rtl="0">
              <a:defRPr baseline="0"/>
            </a:lvl3pPr>
            <a:lvl4pPr rtl="0">
              <a:defRPr baseline="0"/>
            </a:lvl4pPr>
            <a:lvl5pPr rtl="0">
              <a:defRPr baseline="0"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79103-ED74-3818-3260-E87B3E9B00F3}"/>
              </a:ext>
            </a:extLst>
          </p:cNvPr>
          <p:cNvSpPr txBox="1"/>
          <p:nvPr userDrawn="1"/>
        </p:nvSpPr>
        <p:spPr>
          <a:xfrm>
            <a:off x="-1021492" y="11628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10584" algn="l">
              <a:lnSpc>
                <a:spcPct val="105000"/>
              </a:lnSpc>
              <a:buClr>
                <a:schemeClr val="tx1"/>
              </a:buClr>
              <a:buSzPct val="100000"/>
            </a:pPr>
            <a:endParaRPr lang="en-GB" sz="1599" noProof="0"/>
          </a:p>
        </p:txBody>
      </p:sp>
    </p:spTree>
    <p:extLst>
      <p:ext uri="{BB962C8B-B14F-4D97-AF65-F5344CB8AC3E}">
        <p14:creationId xmlns:p14="http://schemas.microsoft.com/office/powerpoint/2010/main" val="1447289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4709389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994061"/>
            <a:ext cx="11523133" cy="427973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43A846B-C9C9-4A44-8975-1ACAD15BD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3" y="1384854"/>
            <a:ext cx="11522604" cy="234872"/>
          </a:xfrm>
        </p:spPr>
        <p:txBody>
          <a:bodyPr wrap="square">
            <a:spAutoFit/>
          </a:bodyPr>
          <a:lstStyle>
            <a:lvl1pPr marL="10584" indent="0" rtl="0">
              <a:spcBef>
                <a:spcPts val="0"/>
              </a:spcBef>
              <a:buNone/>
              <a:defRPr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681074A-BC5A-4CC9-8927-5FCD1C3A1C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438838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8" pos="557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841879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994061"/>
            <a:ext cx="5544000" cy="427973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43A846B-C9C9-4A44-8975-1ACAD15BD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434" y="1384854"/>
            <a:ext cx="11523133" cy="234872"/>
          </a:xfrm>
        </p:spPr>
        <p:txBody>
          <a:bodyPr>
            <a:spAutoFit/>
          </a:bodyPr>
          <a:lstStyle>
            <a:lvl1pPr marL="10584" indent="0" rtl="0">
              <a:spcBef>
                <a:spcPts val="0"/>
              </a:spcBef>
              <a:buNone/>
              <a:defRPr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0F99C6A-8EC1-48FC-86A0-8CAB8C3032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1900" y="1994061"/>
            <a:ext cx="5544000" cy="427973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C9DC0F-3E01-4A4F-8543-59D698C4B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6" y="6273800"/>
            <a:ext cx="9821787" cy="175568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1222048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Subtitles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1632653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994061"/>
            <a:ext cx="5544000" cy="427974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43A846B-C9C9-4A44-8975-1ACAD15BD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434" y="1384854"/>
            <a:ext cx="5544000" cy="234872"/>
          </a:xfrm>
        </p:spPr>
        <p:txBody>
          <a:bodyPr wrap="square">
            <a:spAutoFit/>
          </a:bodyPr>
          <a:lstStyle>
            <a:lvl1pPr marL="10584" indent="0" rtl="0">
              <a:spcBef>
                <a:spcPts val="0"/>
              </a:spcBef>
              <a:buNone/>
              <a:defRPr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0F99C6A-8EC1-48FC-86A0-8CAB8C3032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1900" y="1994061"/>
            <a:ext cx="5544000" cy="427973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9A7735-3DD3-4E49-9955-63D98DE4BE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901" y="1384854"/>
            <a:ext cx="5544000" cy="234872"/>
          </a:xfrm>
        </p:spPr>
        <p:txBody>
          <a:bodyPr wrap="square">
            <a:spAutoFit/>
          </a:bodyPr>
          <a:lstStyle>
            <a:lvl1pPr marL="10584" indent="0" rtl="0">
              <a:spcBef>
                <a:spcPts val="0"/>
              </a:spcBef>
              <a:buNone/>
              <a:defRPr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EC5EB2-1D97-4E42-A490-36C71673E3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433" y="6273801"/>
            <a:ext cx="9821789" cy="175569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406474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3638009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8514317-22D5-42B1-A076-509FE0A471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3" y="6273800"/>
            <a:ext cx="9821789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C69FE84-CFA6-EE09-F3D0-CC2D7D0F24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86689" y="5342997"/>
            <a:ext cx="2360750" cy="914612"/>
          </a:xfrm>
        </p:spPr>
        <p:txBody>
          <a:bodyPr/>
          <a:lstStyle>
            <a:lvl1pPr marL="10584" indent="0" algn="ctr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40100A0-23A0-0206-EB46-696B0578C8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76362"/>
            <a:ext cx="3024000" cy="3857715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280A699-F862-47C9-42BA-A996BB75FA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55064" y="1376362"/>
            <a:ext cx="3024000" cy="3857715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2A393BA-AC50-00B6-0CB5-2433315809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10129" y="1376362"/>
            <a:ext cx="3024000" cy="3857715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CBD6171-B6E8-6E63-F9EC-5FC3D384E3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65193" y="1376362"/>
            <a:ext cx="3024000" cy="3857715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AE4942C2-49FB-7A46-FF37-7A2BAC1FAC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1625" y="5342997"/>
            <a:ext cx="2360750" cy="914612"/>
          </a:xfrm>
        </p:spPr>
        <p:txBody>
          <a:bodyPr/>
          <a:lstStyle>
            <a:lvl1pPr marL="10584" indent="0" algn="ctr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3882773A-D4C1-88A8-EAE0-B31C168BA2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96818" y="5342997"/>
            <a:ext cx="2360750" cy="914612"/>
          </a:xfrm>
        </p:spPr>
        <p:txBody>
          <a:bodyPr/>
          <a:lstStyle>
            <a:lvl1pPr marL="10584" indent="0" algn="ctr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 noProof="0"/>
              <a:t>Caption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85C32144-CE1D-7651-F2E9-088E1143A0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4561" y="5342997"/>
            <a:ext cx="2360750" cy="914612"/>
          </a:xfrm>
        </p:spPr>
        <p:txBody>
          <a:bodyPr/>
          <a:lstStyle>
            <a:lvl1pPr marL="10584" indent="0" algn="ctr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 noProof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150808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821122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376364"/>
            <a:ext cx="5545665" cy="489743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B01CEC-00AA-4DCA-88E5-4EA0B9614C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7587" y="1376363"/>
            <a:ext cx="6094413" cy="4897437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0630B7B-0F41-44B7-AC31-3446CEC89B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7" y="6273800"/>
            <a:ext cx="9821787" cy="176695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F8120-BE38-7652-B8DC-48D3150AC9B2}"/>
              </a:ext>
            </a:extLst>
          </p:cNvPr>
          <p:cNvSpPr txBox="1"/>
          <p:nvPr userDrawn="1"/>
        </p:nvSpPr>
        <p:spPr>
          <a:xfrm>
            <a:off x="1740130" y="8966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10584" algn="l">
              <a:lnSpc>
                <a:spcPct val="105000"/>
              </a:lnSpc>
              <a:buClr>
                <a:schemeClr val="tx1"/>
              </a:buClr>
              <a:buSzPct val="100000"/>
            </a:pPr>
            <a:endParaRPr lang="en-GB" sz="1599" noProof="0"/>
          </a:p>
        </p:txBody>
      </p:sp>
    </p:spTree>
    <p:extLst>
      <p:ext uri="{BB962C8B-B14F-4D97-AF65-F5344CB8AC3E}">
        <p14:creationId xmlns:p14="http://schemas.microsoft.com/office/powerpoint/2010/main" val="402180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821122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992083"/>
            <a:ext cx="5545665" cy="42817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43A846B-C9C9-4A44-8975-1ACAD15BD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434" y="1376364"/>
            <a:ext cx="5545665" cy="234872"/>
          </a:xfrm>
        </p:spPr>
        <p:txBody>
          <a:bodyPr wrap="square">
            <a:spAutoFit/>
          </a:bodyPr>
          <a:lstStyle>
            <a:lvl1pPr marL="10584" indent="0" rtl="0">
              <a:spcBef>
                <a:spcPts val="0"/>
              </a:spcBef>
              <a:buNone/>
              <a:defRPr sz="1599"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B01CEC-00AA-4DCA-88E5-4EA0B9614C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9" y="1376363"/>
            <a:ext cx="6096002" cy="4897437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0630B7B-0F41-44B7-AC31-3446CEC89B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7" y="6273800"/>
            <a:ext cx="9821787" cy="176695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1409232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1419690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B01CEC-00AA-4DCA-88E5-4EA0B9614C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4435" y="1377693"/>
            <a:ext cx="5544000" cy="2268000"/>
          </a:xfrm>
          <a:noFill/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3" y="4003419"/>
            <a:ext cx="5544000" cy="2268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2473B7C-257A-46A3-91CE-807D1B5A15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902" y="4003419"/>
            <a:ext cx="5544000" cy="2268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84065C-F73D-4046-B5D1-F044D22087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11902" y="1376361"/>
            <a:ext cx="5544000" cy="2268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0BF749B-4981-498E-82DB-F3EBC930D2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6" y="6273800"/>
            <a:ext cx="9821787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2839138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and Chart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0232835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434" y="1376364"/>
            <a:ext cx="3024716" cy="489743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7FD92F-5856-4986-BC23-6D4DDEEE7D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6" y="6273800"/>
            <a:ext cx="9821787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D1FCE-BC18-4CBA-9FE1-3A391501A71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7017" y="1376362"/>
            <a:ext cx="8544983" cy="4897437"/>
          </a:xfrm>
        </p:spPr>
        <p:txBody>
          <a:bodyPr anchor="ctr"/>
          <a:lstStyle>
            <a:lvl1pPr marL="10584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noProof="0"/>
              <a:t>Click to edit Master placeholder</a:t>
            </a:r>
          </a:p>
        </p:txBody>
      </p:sp>
    </p:spTree>
    <p:extLst>
      <p:ext uri="{BB962C8B-B14F-4D97-AF65-F5344CB8AC3E}">
        <p14:creationId xmlns:p14="http://schemas.microsoft.com/office/powerpoint/2010/main" val="1970995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, Text and Chart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4067088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ECF8C-7AB5-4845-92AD-5FD5E1AD4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aseline="0"/>
            </a:lvl1pPr>
          </a:lstStyle>
          <a:p>
            <a:r>
              <a:rPr lang="en-GB" noProof="0"/>
              <a:t>Headline Knauf Head 36 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F8515-0F54-41C8-901E-1AD9B4416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1992083"/>
            <a:ext cx="5545137" cy="42817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9DE4A-B866-43B6-9ABE-DE44BD5FB2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43A846B-C9C9-4A44-8975-1ACAD15BD4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1384854"/>
            <a:ext cx="5545137" cy="234872"/>
          </a:xfrm>
        </p:spPr>
        <p:txBody>
          <a:bodyPr wrap="square">
            <a:spAutoFit/>
          </a:bodyPr>
          <a:lstStyle>
            <a:lvl1pPr marL="10584" indent="0" rtl="0">
              <a:spcBef>
                <a:spcPts val="0"/>
              </a:spcBef>
              <a:buNone/>
              <a:defRPr sz="1599" b="1"/>
            </a:lvl1pPr>
            <a:lvl2pPr marL="243409" indent="0">
              <a:buNone/>
              <a:defRPr/>
            </a:lvl2pPr>
            <a:lvl3pPr marL="541853" indent="0">
              <a:buNone/>
              <a:defRPr/>
            </a:lvl3pPr>
            <a:lvl4pPr marL="10584" indent="0">
              <a:buFont typeface="Arial" panose="020B0604020202020204" pitchFamily="34" charset="0"/>
              <a:buNone/>
              <a:defRPr/>
            </a:lvl4pPr>
            <a:lvl5pPr marL="1058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4D157F1-619F-4DFF-8D83-7E45784884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436" y="6273800"/>
            <a:ext cx="9821787" cy="175570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55F2DA8-10E8-48A8-8096-57355B040BD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1900" y="1376363"/>
            <a:ext cx="5880101" cy="4897437"/>
          </a:xfrm>
        </p:spPr>
        <p:txBody>
          <a:bodyPr anchor="ctr"/>
          <a:lstStyle>
            <a:lvl1pPr marL="10584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noProof="0"/>
              <a:t>Click to edit Master placeholder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A0963AC1-8436-4BA2-83CC-EF3E93F037BA}"/>
              </a:ext>
            </a:extLst>
          </p:cNvPr>
          <p:cNvSpPr txBox="1">
            <a:spLocks/>
          </p:cNvSpPr>
          <p:nvPr userDrawn="1"/>
        </p:nvSpPr>
        <p:spPr>
          <a:xfrm rot="16200000" flipH="1">
            <a:off x="12024888" y="6690891"/>
            <a:ext cx="273263" cy="609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5999" tIns="95999" rIns="95999" bIns="95999" rtlCol="0" anchor="ctr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spcBef>
                <a:spcPts val="0"/>
              </a:spcBef>
              <a:spcAft>
                <a:spcPts val="600"/>
              </a:spcAft>
              <a:buClr>
                <a:srgbClr val="F09100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6922" indent="-136922" algn="l" defTabSz="6858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6863" indent="-136525" algn="l" defTabSz="6858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12" lvl="2" indent="0" defTabSz="1219137">
              <a:spcAft>
                <a:spcPts val="1067"/>
              </a:spcAft>
              <a:buClr>
                <a:srgbClr val="169FDB"/>
              </a:buClr>
              <a:buSzPct val="120000"/>
              <a:buNone/>
            </a:pPr>
            <a:endParaRPr lang="en-GB" sz="1599" noProof="0"/>
          </a:p>
        </p:txBody>
      </p:sp>
    </p:spTree>
    <p:extLst>
      <p:ext uri="{BB962C8B-B14F-4D97-AF65-F5344CB8AC3E}">
        <p14:creationId xmlns:p14="http://schemas.microsoft.com/office/powerpoint/2010/main" val="73499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05" userDrawn="1">
          <p15:clr>
            <a:srgbClr val="FBAE40"/>
          </p15:clr>
        </p15:guide>
        <p15:guide id="9" orient="horz" pos="3761" userDrawn="1">
          <p15:clr>
            <a:srgbClr val="FBAE40"/>
          </p15:clr>
        </p15:guide>
        <p15:guide id="10" orient="horz" pos="3851" userDrawn="1">
          <p15:clr>
            <a:srgbClr val="FBAE40"/>
          </p15:clr>
        </p15:guide>
        <p15:guide id="14" orient="horz" pos="2333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38032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0A3C710-434F-35BA-D475-21B30EF864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/>
              <a:t>Department | Project | Author | Date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B6C7571-A199-BAB0-CB22-E5D5D5F2F2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6" y="6273800"/>
            <a:ext cx="9821787" cy="175571"/>
          </a:xfrm>
        </p:spPr>
        <p:txBody>
          <a:bodyPr wrap="square" anchor="b" anchorCtr="0">
            <a:noAutofit/>
          </a:bodyPr>
          <a:lstStyle>
            <a:lvl1pPr marL="0" indent="10584" rtl="0">
              <a:spcBef>
                <a:spcPts val="0"/>
              </a:spcBef>
              <a:buNone/>
              <a:defRPr sz="800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Font typeface="Arial" panose="020B0604020202020204" pitchFamily="34" charset="0"/>
              <a:buNone/>
              <a:defRPr sz="1333"/>
            </a:lvl4pPr>
            <a:lvl5pPr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GB" noProof="0"/>
              <a:t>Source: 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F9BAA2A-4EED-F89D-C7B2-B632CDDD6C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92000" cy="6273800"/>
          </a:xfrm>
          <a:solidFill>
            <a:schemeClr val="bg2"/>
          </a:solidFill>
        </p:spPr>
        <p:txBody>
          <a:bodyPr anchor="ctr"/>
          <a:lstStyle>
            <a:lvl1pPr marL="10584" indent="0" algn="ctr" rtl="0">
              <a:buNone/>
              <a:defRPr/>
            </a:lvl1pPr>
          </a:lstStyle>
          <a:p>
            <a:r>
              <a:rPr lang="da-DK" noProof="0"/>
              <a:t>Klik på ikonet for at tilføje et billede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25169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1D040B7-2B08-4F4F-9603-E2E1035440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38032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1D040B7-2B08-4F4F-9603-E2E1035440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9A1290AF-040F-49FE-B6EF-11D6E92F85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75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C917508A-B54F-CA56-DD5E-ECD418A8DE4E}"/>
              </a:ext>
            </a:extLst>
          </p:cNvPr>
          <p:cNvSpPr/>
          <p:nvPr/>
        </p:nvSpPr>
        <p:spPr>
          <a:xfrm>
            <a:off x="3557800" y="0"/>
            <a:ext cx="8634201" cy="6858000"/>
          </a:xfrm>
          <a:custGeom>
            <a:avLst/>
            <a:gdLst>
              <a:gd name="connsiteX0" fmla="*/ 963829 w 8634201"/>
              <a:gd name="connsiteY0" fmla="*/ 0 h 6858000"/>
              <a:gd name="connsiteX1" fmla="*/ 8634201 w 8634201"/>
              <a:gd name="connsiteY1" fmla="*/ 0 h 6858000"/>
              <a:gd name="connsiteX2" fmla="*/ 8634201 w 8634201"/>
              <a:gd name="connsiteY2" fmla="*/ 6858000 h 6858000"/>
              <a:gd name="connsiteX3" fmla="*/ 0 w 8634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4201" h="6858000">
                <a:moveTo>
                  <a:pt x="963829" y="0"/>
                </a:moveTo>
                <a:lnTo>
                  <a:pt x="8634201" y="0"/>
                </a:lnTo>
                <a:lnTo>
                  <a:pt x="86342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999" tIns="95999" rIns="95999" bIns="95999" rtlCol="0" anchor="t">
            <a:noAutofit/>
          </a:bodyPr>
          <a:lstStyle/>
          <a:p>
            <a:pPr marL="237060" indent="-237060" algn="l">
              <a:spcBef>
                <a:spcPts val="8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599" b="1" noProof="0">
              <a:latin typeface="Knauf Office" pitchFamily="2" charset="0"/>
            </a:endParaRPr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E0906607-9750-42F5-947F-AC680D8D07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04903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E0906607-9750-42F5-947F-AC680D8D0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E79ED244-D2DD-40AC-BEC6-6F6D78EE99A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!!logo">
            <a:extLst>
              <a:ext uri="{FF2B5EF4-FFF2-40B4-BE49-F238E27FC236}">
                <a16:creationId xmlns:a16="http://schemas.microsoft.com/office/drawing/2014/main" id="{42D649DD-5B5D-6CA0-F7A2-317355175E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36" y="624847"/>
            <a:ext cx="2636850" cy="13293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D89FD9B-158F-2632-3D00-987564F8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1376363"/>
            <a:ext cx="6370638" cy="4166410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Klik for at redigere titeltypografien i masteren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913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E0906607-9750-42F5-947F-AC680D8D07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04903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E0906607-9750-42F5-947F-AC680D8D0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E79ED244-D2DD-40AC-BEC6-6F6D78EE99A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!!logo">
            <a:extLst>
              <a:ext uri="{FF2B5EF4-FFF2-40B4-BE49-F238E27FC236}">
                <a16:creationId xmlns:a16="http://schemas.microsoft.com/office/drawing/2014/main" id="{D34696F3-1ED1-D4C7-B93E-AC5DAEFE9A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449" y="421900"/>
            <a:ext cx="1211161" cy="61059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0DFB739-4DEA-3B54-2A2C-53F5C92E78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23359" y="1155502"/>
            <a:ext cx="4957984" cy="46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027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4501B93-6DC3-DB07-96C6-F11A4FB287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23099" y="-4166"/>
            <a:ext cx="6568785" cy="6866334"/>
          </a:xfrm>
          <a:custGeom>
            <a:avLst/>
            <a:gdLst>
              <a:gd name="connsiteX0" fmla="*/ 965000 w 6568785"/>
              <a:gd name="connsiteY0" fmla="*/ 0 h 6866334"/>
              <a:gd name="connsiteX1" fmla="*/ 6568785 w 6568785"/>
              <a:gd name="connsiteY1" fmla="*/ 0 h 6866334"/>
              <a:gd name="connsiteX2" fmla="*/ 6568785 w 6568785"/>
              <a:gd name="connsiteY2" fmla="*/ 6866334 h 6866334"/>
              <a:gd name="connsiteX3" fmla="*/ 0 w 6568785"/>
              <a:gd name="connsiteY3" fmla="*/ 6866334 h 686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68785" h="6866334">
                <a:moveTo>
                  <a:pt x="965000" y="0"/>
                </a:moveTo>
                <a:lnTo>
                  <a:pt x="6568785" y="0"/>
                </a:lnTo>
                <a:lnTo>
                  <a:pt x="6568785" y="6866334"/>
                </a:lnTo>
                <a:lnTo>
                  <a:pt x="0" y="68663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10584" indent="0" algn="ctr" rtl="0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E0906607-9750-42F5-947F-AC680D8D07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04903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E0906607-9750-42F5-947F-AC680D8D07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E79ED244-D2DD-40AC-BEC6-6F6D78EE99A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!!logo">
            <a:extLst>
              <a:ext uri="{FF2B5EF4-FFF2-40B4-BE49-F238E27FC236}">
                <a16:creationId xmlns:a16="http://schemas.microsoft.com/office/drawing/2014/main" id="{D34696F3-1ED1-D4C7-B93E-AC5DAEFE9A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449" y="421900"/>
            <a:ext cx="1211161" cy="610594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D08CA97-0A2F-DD8F-274B-471185E06B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23358" y="1155502"/>
            <a:ext cx="4957983" cy="4653956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1058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044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88E3B4F5-D93F-CC62-274C-64AE74BAB9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23868" y="6273800"/>
            <a:ext cx="568134" cy="584200"/>
          </a:xfrm>
          <a:custGeom>
            <a:avLst/>
            <a:gdLst>
              <a:gd name="connsiteX0" fmla="*/ 82104 w 568134"/>
              <a:gd name="connsiteY0" fmla="*/ 0 h 584200"/>
              <a:gd name="connsiteX1" fmla="*/ 568134 w 568134"/>
              <a:gd name="connsiteY1" fmla="*/ 0 h 584200"/>
              <a:gd name="connsiteX2" fmla="*/ 568134 w 568134"/>
              <a:gd name="connsiteY2" fmla="*/ 584200 h 584200"/>
              <a:gd name="connsiteX3" fmla="*/ 0 w 568134"/>
              <a:gd name="connsiteY3" fmla="*/ 584200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134" h="584200">
                <a:moveTo>
                  <a:pt x="82104" y="0"/>
                </a:moveTo>
                <a:lnTo>
                  <a:pt x="568134" y="0"/>
                </a:lnTo>
                <a:lnTo>
                  <a:pt x="568134" y="584200"/>
                </a:lnTo>
                <a:lnTo>
                  <a:pt x="0" y="584200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999" tIns="95999" rIns="95999" bIns="95999" rtlCol="0" anchor="t">
            <a:noAutofit/>
          </a:bodyPr>
          <a:lstStyle/>
          <a:p>
            <a:pPr marL="237060" indent="-237060" algn="l">
              <a:spcBef>
                <a:spcPts val="8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599" b="1" noProof="0">
              <a:latin typeface="Knauf Office" pitchFamily="2" charset="0"/>
            </a:endParaRP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5072C6A-C08A-4762-B554-77B02B3627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77115608"/>
              </p:ext>
            </p:extLst>
          </p:nvPr>
        </p:nvGraphicFramePr>
        <p:xfrm>
          <a:off x="2118" y="2115"/>
          <a:ext cx="2117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384" imgH="385" progId="TCLayout.ActiveDocument.1">
                  <p:embed/>
                </p:oleObj>
              </mc:Choice>
              <mc:Fallback>
                <p:oleObj name="think-cell Slide" r:id="rId37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5072C6A-C08A-4762-B554-77B02B3627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18" y="2115"/>
                        <a:ext cx="2117" cy="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D0926979-57F4-42D8-9D05-CD5799314E95}"/>
              </a:ext>
            </a:extLst>
          </p:cNvPr>
          <p:cNvSpPr/>
          <p:nvPr userDrawn="1">
            <p:custDataLst>
              <p:tags r:id="rId36"/>
            </p:custDataLst>
          </p:nvPr>
        </p:nvSpPr>
        <p:spPr>
          <a:xfrm>
            <a:off x="1" y="0"/>
            <a:ext cx="211667" cy="211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GB" sz="2666" b="1" i="0" baseline="0">
              <a:latin typeface="Knauf Office" pitchFamily="2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6AF5C-A687-490A-8F4E-C1C529AFD46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4434" y="186188"/>
            <a:ext cx="11523133" cy="90283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/>
              <a:t>Headline Knauf Head 36 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B7932-3104-447F-95A0-D326CA4D782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4434" y="1383989"/>
            <a:ext cx="11523133" cy="488981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/>
              <a:t>Edit master text format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71FC8-45D6-41F6-A711-93A0CC89DEBB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34436" y="6510190"/>
            <a:ext cx="9821787" cy="1229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rtl="0">
              <a:defRPr sz="800" cap="none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Department | Project | Author | Date</a:t>
            </a:r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2F5814B8-DCE5-46F9-BAB3-DC610EFA6526}"/>
              </a:ext>
            </a:extLst>
          </p:cNvPr>
          <p:cNvSpPr txBox="1">
            <a:spLocks/>
          </p:cNvSpPr>
          <p:nvPr userDrawn="1"/>
        </p:nvSpPr>
        <p:spPr>
          <a:xfrm>
            <a:off x="11658601" y="6522613"/>
            <a:ext cx="312422" cy="14382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0C19864-18AD-4370-8F2C-A1C853221D38}" type="slidenum">
              <a:rPr lang="en-GB" sz="934" noProof="0" smtClean="0">
                <a:solidFill>
                  <a:schemeClr val="bg1"/>
                </a:solidFill>
              </a:rPr>
              <a:pPr algn="r"/>
              <a:t>‹nr.›</a:t>
            </a:fld>
            <a:endParaRPr lang="en-GB" sz="934" noProof="0">
              <a:solidFill>
                <a:schemeClr val="bg1"/>
              </a:solidFill>
            </a:endParaRPr>
          </a:p>
        </p:txBody>
      </p:sp>
      <p:pic>
        <p:nvPicPr>
          <p:cNvPr id="14" name="!!logo">
            <a:extLst>
              <a:ext uri="{FF2B5EF4-FFF2-40B4-BE49-F238E27FC236}">
                <a16:creationId xmlns:a16="http://schemas.microsoft.com/office/drawing/2014/main" id="{6C7F1490-F48C-6CF7-2629-3C63B38AB893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69614" y="6352362"/>
            <a:ext cx="842774" cy="424875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738F2BD9-4AC2-3AAA-BB3A-A8D5713203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11750" y="6657340"/>
            <a:ext cx="19939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a-DK" sz="900">
                <a:solidFill>
                  <a:srgbClr val="ACACAC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as Internal and 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210537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4" r:id="rId2"/>
    <p:sldLayoutId id="2147483726" r:id="rId3"/>
    <p:sldLayoutId id="2147483727" r:id="rId4"/>
    <p:sldLayoutId id="2147483728" r:id="rId5"/>
    <p:sldLayoutId id="2147483729" r:id="rId6"/>
    <p:sldLayoutId id="2147483737" r:id="rId7"/>
    <p:sldLayoutId id="2147483731" r:id="rId8"/>
    <p:sldLayoutId id="2147483741" r:id="rId9"/>
    <p:sldLayoutId id="2147483668" r:id="rId10"/>
    <p:sldLayoutId id="2147483680" r:id="rId11"/>
    <p:sldLayoutId id="2147483735" r:id="rId12"/>
    <p:sldLayoutId id="2147483702" r:id="rId13"/>
    <p:sldLayoutId id="2147483673" r:id="rId14"/>
    <p:sldLayoutId id="2147483688" r:id="rId15"/>
    <p:sldLayoutId id="2147483676" r:id="rId16"/>
    <p:sldLayoutId id="2147483721" r:id="rId17"/>
    <p:sldLayoutId id="2147483699" r:id="rId18"/>
    <p:sldLayoutId id="2147483700" r:id="rId19"/>
    <p:sldLayoutId id="2147483689" r:id="rId20"/>
    <p:sldLayoutId id="2147483690" r:id="rId21"/>
    <p:sldLayoutId id="2147483691" r:id="rId22"/>
    <p:sldLayoutId id="2147483722" r:id="rId23"/>
    <p:sldLayoutId id="2147483723" r:id="rId24"/>
    <p:sldLayoutId id="2147483695" r:id="rId25"/>
    <p:sldLayoutId id="2147483697" r:id="rId26"/>
    <p:sldLayoutId id="2147483693" r:id="rId27"/>
    <p:sldLayoutId id="2147483692" r:id="rId28"/>
    <p:sldLayoutId id="2147483736" r:id="rId29"/>
    <p:sldLayoutId id="2147483718" r:id="rId30"/>
    <p:sldLayoutId id="2147483696" r:id="rId31"/>
    <p:sldLayoutId id="2147483739" r:id="rId32"/>
    <p:sldLayoutId id="2147483740" r:id="rId33"/>
  </p:sldLayoutIdLst>
  <p:hf sldNum="0" hdr="0" dt="0"/>
  <p:txStyles>
    <p:titleStyle>
      <a:lvl1pPr algn="l" defTabSz="1219167" rtl="0" eaLnBrk="1" latinLnBrk="0" hangingPunct="1">
        <a:lnSpc>
          <a:spcPct val="90000"/>
        </a:lnSpc>
        <a:spcBef>
          <a:spcPts val="0"/>
        </a:spcBef>
        <a:buNone/>
        <a:defRPr sz="36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43411" indent="-232828" algn="l" defTabSz="1219167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ClrTx/>
        <a:buSzPct val="100000"/>
        <a:buFont typeface="Wingdings" panose="05000000000000000000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1pPr>
      <a:lvl2pPr marL="478355" indent="-234944" algn="l" defTabSz="1219167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SzPct val="10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2pPr>
      <a:lvl3pPr marL="721765" indent="-243411" algn="l" defTabSz="1219167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SzPct val="10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10584" algn="l" defTabSz="1219167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Font typeface="Arial" panose="020B0604020202020204" pitchFamily="34" charset="0"/>
        <a:buNone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10584" algn="l" defTabSz="1219167" rtl="0" eaLnBrk="1" latinLnBrk="0" hangingPunct="1">
        <a:lnSpc>
          <a:spcPct val="105000"/>
        </a:lnSpc>
        <a:spcBef>
          <a:spcPts val="1200"/>
        </a:spcBef>
        <a:spcAft>
          <a:spcPts val="0"/>
        </a:spcAft>
        <a:buFont typeface="Arial" panose="020B0604020202020204" pitchFamily="34" charset="0"/>
        <a:buNone/>
        <a:defRPr sz="1599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2" indent="-304792" algn="l" defTabSz="121916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95" indent="-304792" algn="l" defTabSz="121916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79" indent="-304792" algn="l" defTabSz="121916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62" indent="-304792" algn="l" defTabSz="1219167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4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7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2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6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9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3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86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1" algn="l" defTabSz="121916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1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8" pos="3976" userDrawn="1">
          <p15:clr>
            <a:srgbClr val="A4A3A4"/>
          </p15:clr>
        </p15:guide>
        <p15:guide id="9" pos="3704" userDrawn="1">
          <p15:clr>
            <a:srgbClr val="A4A3A4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D8CD8FCC-DF25-4CA0-2371-BD8D0F777D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967674-E5D5-D466-06C0-1C4CDD66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9562" y="1376362"/>
            <a:ext cx="4787476" cy="2276729"/>
          </a:xfrm>
        </p:spPr>
        <p:txBody>
          <a:bodyPr/>
          <a:lstStyle/>
          <a:p>
            <a:r>
              <a:rPr lang="en-GB"/>
              <a:t>Headline </a:t>
            </a:r>
            <a:br>
              <a:rPr lang="en-GB"/>
            </a:br>
            <a:r>
              <a:rPr lang="en-GB"/>
              <a:t>in 64 pt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28DA74-6822-0378-0295-2E7463C18A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69562" y="3915430"/>
            <a:ext cx="4788000" cy="1147740"/>
          </a:xfrm>
        </p:spPr>
        <p:txBody>
          <a:bodyPr/>
          <a:lstStyle/>
          <a:p>
            <a:r>
              <a:rPr lang="en-GB"/>
              <a:t>Subline in one or two </a:t>
            </a:r>
          </a:p>
          <a:p>
            <a:r>
              <a:rPr lang="en-GB"/>
              <a:t>lines in 32 pt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ED66A8-405C-65D3-4D64-9000B40A33D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4436" y="6510190"/>
            <a:ext cx="9821787" cy="122959"/>
          </a:xfrm>
        </p:spPr>
        <p:txBody>
          <a:bodyPr/>
          <a:lstStyle/>
          <a:p>
            <a:r>
              <a:rPr lang="en-GB"/>
              <a:t>Department | Project | Author | Date</a:t>
            </a:r>
          </a:p>
        </p:txBody>
      </p:sp>
    </p:spTree>
    <p:extLst>
      <p:ext uri="{BB962C8B-B14F-4D97-AF65-F5344CB8AC3E}">
        <p14:creationId xmlns:p14="http://schemas.microsoft.com/office/powerpoint/2010/main" val="41399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6B75F-0C1A-077E-2DDD-44F4EC6E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 Knauf Head 36 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97E7BD-DD97-317F-E903-19BDA076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marL="0" indent="0">
              <a:buNone/>
            </a:pPr>
            <a:r>
              <a:rPr lang="en-GB"/>
              <a:t>Fourth level</a:t>
            </a:r>
          </a:p>
          <a:p>
            <a:pPr marL="0" indent="0">
              <a:buNone/>
            </a:pPr>
            <a:r>
              <a:rPr lang="en-GB" b="1"/>
              <a:t>Fifth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5D713C-2D1E-16FD-4566-8E2AEAD49C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Department | Project | Author | Date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8B3190-6E7D-11EB-E29A-24A9D16FE2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75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A681B-5CD7-015A-C3E7-113C2EEA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Headline one or 2 lines 64 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619B05-02BE-8D78-DF41-74242AA260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/>
              <a:t>Subline one or two lines 32 pt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6D89C2-4449-BFE0-6723-F1C8F37F03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40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24BF9-D2CF-08ED-7FC1-DF383BCD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1376363"/>
            <a:ext cx="6370638" cy="4166410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033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176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YeSI69fPU6kLp_80h.v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fPLysjBRcGxudKzZnSI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fPLysjBRcGxudKzZnSI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fPLysjBRcGxudKzZnSI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tANv72MuDkrBf62KOp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AQ72a1tHzMNte.YYFMh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v5mc0fgvtaEWV2R1znZ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v5mc0fgvtaEWV2R1znZ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v5mc0fgvtaEWV2R1znZQ"/>
</p:tagLst>
</file>

<file path=ppt/theme/theme1.xml><?xml version="1.0" encoding="utf-8"?>
<a:theme xmlns:a="http://schemas.openxmlformats.org/drawingml/2006/main" name="Knauf Master 2024">
  <a:themeElements>
    <a:clrScheme name="Knauf Colour Palette">
      <a:dk1>
        <a:srgbClr val="000000"/>
      </a:dk1>
      <a:lt1>
        <a:srgbClr val="FFFFFF"/>
      </a:lt1>
      <a:dk2>
        <a:srgbClr val="00A0E6"/>
      </a:dk2>
      <a:lt2>
        <a:srgbClr val="CFD7D9"/>
      </a:lt2>
      <a:accent1>
        <a:srgbClr val="003778"/>
      </a:accent1>
      <a:accent2>
        <a:srgbClr val="00A0E6"/>
      </a:accent2>
      <a:accent3>
        <a:srgbClr val="F06E00"/>
      </a:accent3>
      <a:accent4>
        <a:srgbClr val="FFD25C"/>
      </a:accent4>
      <a:accent5>
        <a:srgbClr val="87C15F"/>
      </a:accent5>
      <a:accent6>
        <a:srgbClr val="004B46"/>
      </a:accent6>
      <a:hlink>
        <a:srgbClr val="000000"/>
      </a:hlink>
      <a:folHlink>
        <a:srgbClr val="000000"/>
      </a:folHlink>
    </a:clrScheme>
    <a:fontScheme name="Benutzerdefiniert 87">
      <a:majorFont>
        <a:latin typeface="Knauf Office Head"/>
        <a:ea typeface=""/>
        <a:cs typeface=""/>
      </a:majorFont>
      <a:minorFont>
        <a:latin typeface="Knauf Office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9525">
          <a:noFill/>
        </a:ln>
      </a:spPr>
      <a:bodyPr lIns="72000" tIns="72000" rIns="72000" bIns="72000" rtlCol="0" anchor="t">
        <a:noAutofit/>
      </a:bodyPr>
      <a:lstStyle>
        <a:defPPr algn="l">
          <a:lnSpc>
            <a:spcPct val="105000"/>
          </a:lnSpc>
          <a:buClr>
            <a:schemeClr val="bg1"/>
          </a:buClr>
          <a:buSzPct val="100000"/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t" anchorCtr="0">
        <a:noAutofit/>
      </a:bodyPr>
      <a:lstStyle>
        <a:defPPr marL="7938" algn="l">
          <a:lnSpc>
            <a:spcPct val="105000"/>
          </a:lnSpc>
          <a:buClr>
            <a:schemeClr val="tx1"/>
          </a:buClr>
          <a:buSzPct val="100000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7" id="{2BF2D901-709C-3F4D-8E01-8039EFFCD138}" vid="{5AD29A21-B32E-1343-9635-7DF668BB940F}"/>
    </a:ext>
  </a:extLst>
</a:theme>
</file>

<file path=ppt/theme/theme2.xml><?xml version="1.0" encoding="utf-8"?>
<a:theme xmlns:a="http://schemas.openxmlformats.org/drawingml/2006/main" name="Office Theme">
  <a:themeElements>
    <a:clrScheme name="Benutzerdefiniert 110">
      <a:dk1>
        <a:srgbClr val="000000"/>
      </a:dk1>
      <a:lt1>
        <a:sysClr val="window" lastClr="FFFFFF"/>
      </a:lt1>
      <a:dk2>
        <a:srgbClr val="00A0E6"/>
      </a:dk2>
      <a:lt2>
        <a:srgbClr val="CFD7D9"/>
      </a:lt2>
      <a:accent1>
        <a:srgbClr val="003778"/>
      </a:accent1>
      <a:accent2>
        <a:srgbClr val="00A0E6"/>
      </a:accent2>
      <a:accent3>
        <a:srgbClr val="F06E00"/>
      </a:accent3>
      <a:accent4>
        <a:srgbClr val="FFD25C"/>
      </a:accent4>
      <a:accent5>
        <a:srgbClr val="87C15F"/>
      </a:accent5>
      <a:accent6>
        <a:srgbClr val="004B46"/>
      </a:accent6>
      <a:hlink>
        <a:srgbClr val="000000"/>
      </a:hlink>
      <a:folHlink>
        <a:srgbClr val="000000"/>
      </a:folHlink>
    </a:clrScheme>
    <a:fontScheme name="Benutzerdefiniert 86">
      <a:majorFont>
        <a:latin typeface="Knauf Office"/>
        <a:ea typeface=""/>
        <a:cs typeface=""/>
      </a:majorFont>
      <a:minorFont>
        <a:latin typeface="Knauf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enutzerdefiniert 110">
      <a:dk1>
        <a:srgbClr val="000000"/>
      </a:dk1>
      <a:lt1>
        <a:sysClr val="window" lastClr="FFFFFF"/>
      </a:lt1>
      <a:dk2>
        <a:srgbClr val="00A0E6"/>
      </a:dk2>
      <a:lt2>
        <a:srgbClr val="CFD7D9"/>
      </a:lt2>
      <a:accent1>
        <a:srgbClr val="003778"/>
      </a:accent1>
      <a:accent2>
        <a:srgbClr val="00A0E6"/>
      </a:accent2>
      <a:accent3>
        <a:srgbClr val="F06E00"/>
      </a:accent3>
      <a:accent4>
        <a:srgbClr val="FFD25C"/>
      </a:accent4>
      <a:accent5>
        <a:srgbClr val="87C15F"/>
      </a:accent5>
      <a:accent6>
        <a:srgbClr val="004B46"/>
      </a:accent6>
      <a:hlink>
        <a:srgbClr val="000000"/>
      </a:hlink>
      <a:folHlink>
        <a:srgbClr val="000000"/>
      </a:folHlink>
    </a:clrScheme>
    <a:fontScheme name="Benutzerdefiniert 86">
      <a:majorFont>
        <a:latin typeface="Knauf Office"/>
        <a:ea typeface=""/>
        <a:cs typeface=""/>
      </a:majorFont>
      <a:minorFont>
        <a:latin typeface="Knauf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2DE23EF6423B4995A4E4639A266DCF" ma:contentTypeVersion="4" ma:contentTypeDescription="Create a new document." ma:contentTypeScope="" ma:versionID="900eb107550589c8ac1ff56f9a3674a6">
  <xsd:schema xmlns:xsd="http://www.w3.org/2001/XMLSchema" xmlns:xs="http://www.w3.org/2001/XMLSchema" xmlns:p="http://schemas.microsoft.com/office/2006/metadata/properties" xmlns:ns2="551f1bd8-1c3e-42d6-87a6-f26956871a20" targetNamespace="http://schemas.microsoft.com/office/2006/metadata/properties" ma:root="true" ma:fieldsID="12d6045e20f0096ca24a97d964740496" ns2:_="">
    <xsd:import namespace="551f1bd8-1c3e-42d6-87a6-f26956871a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1f1bd8-1c3e-42d6-87a6-f26956871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00BC60-7A99-4CAF-9D63-CD7D0A4989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A3BDD8-124F-4E65-960E-8E1C7B127F65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ecf53d4a-f9e2-4dc6-a43d-f00d795e6b31"/>
    <ds:schemaRef ds:uri="http://purl.org/dc/elements/1.1/"/>
    <ds:schemaRef ds:uri="http://schemas.microsoft.com/office/infopath/2007/PartnerControls"/>
    <ds:schemaRef ds:uri="13211e05-1e63-4189-9867-0c556138fb5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B26D607-BB30-4FBA-A2DB-2E0583F789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1f1bd8-1c3e-42d6-87a6-f26956871a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d1093ed-f639-41f3-8ff9-69f9a7d23765}" enabled="1" method="Privileged" siteId="{ad200093-0cba-48cb-9853-16fb53354a4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2. Knauf Short Template</Template>
  <TotalTime>0</TotalTime>
  <Words>59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14" baseType="lpstr">
      <vt:lpstr>Wingdings</vt:lpstr>
      <vt:lpstr>Knauf Office Head</vt:lpstr>
      <vt:lpstr>Arial Narrow</vt:lpstr>
      <vt:lpstr>Symbol</vt:lpstr>
      <vt:lpstr>Calibri</vt:lpstr>
      <vt:lpstr>Knauf Office</vt:lpstr>
      <vt:lpstr>Arial</vt:lpstr>
      <vt:lpstr>Knauf Master 2024</vt:lpstr>
      <vt:lpstr>think-cell Slide</vt:lpstr>
      <vt:lpstr>Headline  in 64 pt</vt:lpstr>
      <vt:lpstr>Headline Knauf Head 36 pt</vt:lpstr>
      <vt:lpstr>Headline one or 2 lines 64 pt</vt:lpstr>
      <vt:lpstr>Thank You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Numan, Morten</dc:creator>
  <cp:lastModifiedBy>Numan, Morten</cp:lastModifiedBy>
  <cp:revision>1</cp:revision>
  <cp:lastPrinted>2020-07-13T14:36:57Z</cp:lastPrinted>
  <dcterms:created xsi:type="dcterms:W3CDTF">2026-06-18T12:30:53Z</dcterms:created>
  <dcterms:modified xsi:type="dcterms:W3CDTF">2026-06-18T12:31:12Z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0x010100C52DE23EF6423B4995A4E4639A266DCF</vt:lpwstr>
  </property>
  <property fmtid="{D5CDD505-2E9C-101B-9397-08002B2CF9AE}" pid="3" name="MediaServiceImageTags">
    <vt:lpwstr/>
  </property>
  <property fmtid="{D5CDD505-2E9C-101B-9397-08002B2CF9AE}" pid="4" name="MSIP_Label_a844c618-538c-404a-b2f6-f58b5e4f4fae_Enabled">
    <vt:lpwstr>true</vt:lpwstr>
  </property>
  <property fmtid="{D5CDD505-2E9C-101B-9397-08002B2CF9AE}" pid="5" name="MSIP_Label_a844c618-538c-404a-b2f6-f58b5e4f4fae_SetDate">
    <vt:lpwstr>2024-08-20T13:18:19Z</vt:lpwstr>
  </property>
  <property fmtid="{D5CDD505-2E9C-101B-9397-08002B2CF9AE}" pid="6" name="MSIP_Label_a844c618-538c-404a-b2f6-f58b5e4f4fae_Method">
    <vt:lpwstr>Privileged</vt:lpwstr>
  </property>
  <property fmtid="{D5CDD505-2E9C-101B-9397-08002B2CF9AE}" pid="7" name="MSIP_Label_a844c618-538c-404a-b2f6-f58b5e4f4fae_Name">
    <vt:lpwstr>Public</vt:lpwstr>
  </property>
  <property fmtid="{D5CDD505-2E9C-101B-9397-08002B2CF9AE}" pid="8" name="MSIP_Label_a844c618-538c-404a-b2f6-f58b5e4f4fae_SiteId">
    <vt:lpwstr>41eb501a-f671-4ce0-a5bf-b64168c3705f</vt:lpwstr>
  </property>
  <property fmtid="{D5CDD505-2E9C-101B-9397-08002B2CF9AE}" pid="9" name="MSIP_Label_a844c618-538c-404a-b2f6-f58b5e4f4fae_ActionId">
    <vt:lpwstr>94f478fb-dbf0-49f7-b53c-4784d5784140</vt:lpwstr>
  </property>
  <property fmtid="{D5CDD505-2E9C-101B-9397-08002B2CF9AE}" pid="10" name="MSIP_Label_a844c618-538c-404a-b2f6-f58b5e4f4fae_ContentBits">
    <vt:lpwstr>0</vt:lpwstr>
  </property>
  <property fmtid="{D5CDD505-2E9C-101B-9397-08002B2CF9AE}" pid="11" name="ClassificationContentMarkingFooterLocations">
    <vt:lpwstr>Knauf Master 2024:9</vt:lpwstr>
  </property>
  <property fmtid="{D5CDD505-2E9C-101B-9397-08002B2CF9AE}" pid="12" name="ClassificationContentMarkingFooterText">
    <vt:lpwstr>Classified as Internal and General Business</vt:lpwstr>
  </property>
</Properties>
</file>